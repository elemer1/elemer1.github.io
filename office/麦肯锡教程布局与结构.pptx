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3" r:id="rId15"/>
    <p:sldId id="275" r:id="rId16"/>
    <p:sldId id="270" r:id="rId17"/>
    <p:sldId id="276" r:id="rId18"/>
    <p:sldId id="271" r:id="rId19"/>
    <p:sldId id="272" r:id="rId20"/>
    <p:sldId id="277" r:id="rId21"/>
    <p:sldId id="274" r:id="rId22"/>
  </p:sldIdLst>
  <p:sldSz cx="9144000" cy="6858000" type="screen4x3"/>
  <p:notesSz cx="6858000" cy="9144000"/>
  <p:custDataLst>
    <p:tags r:id="rId23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505" autoAdjust="0"/>
    <p:restoredTop sz="94660"/>
  </p:normalViewPr>
  <p:slideViewPr>
    <p:cSldViewPr snapToGrid="0" showGuides="1">
      <p:cViewPr>
        <p:scale>
          <a:sx n="137" d="100"/>
          <a:sy n="137" d="100"/>
        </p:scale>
        <p:origin x="984" y="-6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5.xlsb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6.xlsb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7.xlsb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8.xlsb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9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0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1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4.1834271922767501E-2"/>
          <c:y val="0.13932868904369855"/>
          <c:w val="0.91633145615446498"/>
          <c:h val="0.7213426219126029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2"/>
              </a:solidFill>
              <a:ln w="9525" cmpd="sng" algn="ctr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6C06-A74D-B03F-D6FAEE9C3F49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9525" cmpd="sng" algn="ctr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6C06-A74D-B03F-D6FAEE9C3F49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9525" cmpd="sng" algn="ctr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6C06-A74D-B03F-D6FAEE9C3F49}"/>
              </c:ext>
            </c:extLst>
          </c:dPt>
          <c:dLbls>
            <c:dLbl>
              <c:idx val="0"/>
              <c:layout>
                <c:manualLayout>
                  <c:x val="0.16251005631536605"/>
                  <c:y val="2.9765674477517417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C06-A74D-B03F-D6FAEE9C3F49}"/>
                </c:ext>
              </c:extLst>
            </c:dLbl>
            <c:dLbl>
              <c:idx val="1"/>
              <c:layout>
                <c:manualLayout>
                  <c:x val="-0.15285599356395815"/>
                  <c:y val="4.559848005066497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6C06-A74D-B03F-D6FAEE9C3F49}"/>
                </c:ext>
              </c:extLst>
            </c:dLbl>
            <c:dLbl>
              <c:idx val="2"/>
              <c:layout>
                <c:manualLayout>
                  <c:x val="-8.9300080450522928E-2"/>
                  <c:y val="-0.103229892336922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6C06-A74D-B03F-D6FAEE9C3F4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Sheet1!$A$1:$A$3</c:f>
              <c:numCache>
                <c:formatCode>General</c:formatCode>
                <c:ptCount val="3"/>
                <c:pt idx="0">
                  <c:v>57.4</c:v>
                </c:pt>
                <c:pt idx="1">
                  <c:v>23.599999999999998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C06-A74D-B03F-D6FAEE9C3F4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3205619412515965E-2"/>
          <c:y val="0.10402476780185758"/>
          <c:w val="0.93358876117496803"/>
          <c:h val="0.7919504643962848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 w="9525" cmpd="sng" algn="ctr">
              <a:solidFill>
                <a:schemeClr val="tx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A38B-5943-9A43-ECA30774B704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  <a:sym typeface="+mn-lt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A38B-5943-9A43-ECA30774B70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57.000000000000007</c:v>
                </c:pt>
                <c:pt idx="1">
                  <c:v>41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38B-5943-9A43-ECA30774B704}"/>
            </c:ext>
          </c:extLst>
        </c:ser>
        <c:ser>
          <c:idx val="1"/>
          <c:order val="1"/>
          <c:spPr>
            <a:solidFill>
              <a:schemeClr val="accent1"/>
            </a:solidFill>
            <a:ln w="9525" cmpd="sng" algn="ctr">
              <a:solidFill>
                <a:schemeClr val="tx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2"/>
                      </a:solidFill>
                      <a:latin typeface="Arial"/>
                      <a:sym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A38B-5943-9A43-ECA30774B704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2"/>
                      </a:solidFill>
                      <a:latin typeface="Arial"/>
                      <a:sym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A38B-5943-9A43-ECA30774B70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Sheet1!$A$2:$B$2</c:f>
              <c:numCache>
                <c:formatCode>General</c:formatCode>
                <c:ptCount val="2"/>
                <c:pt idx="0">
                  <c:v>24</c:v>
                </c:pt>
                <c:pt idx="1">
                  <c:v>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A38B-5943-9A43-ECA30774B704}"/>
            </c:ext>
          </c:extLst>
        </c:ser>
        <c:ser>
          <c:idx val="2"/>
          <c:order val="2"/>
          <c:spPr>
            <a:solidFill>
              <a:schemeClr val="accent1"/>
            </a:solidFill>
            <a:ln w="9525" cmpd="sng" algn="ctr">
              <a:solidFill>
                <a:schemeClr val="tx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6.1919504643962852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2"/>
                      </a:solidFill>
                      <a:latin typeface="Arial"/>
                      <a:sym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A38B-5943-9A43-ECA30774B704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2"/>
                      </a:solidFill>
                      <a:latin typeface="Arial"/>
                      <a:sym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A38B-5943-9A43-ECA30774B704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Sheet1!$A$3:$B$3</c:f>
              <c:numCache>
                <c:formatCode>General</c:formatCode>
                <c:ptCount val="2"/>
                <c:pt idx="0">
                  <c:v>18.999999999999993</c:v>
                </c:pt>
                <c:pt idx="1">
                  <c:v>19.999999999999996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38B-5943-9A43-ECA30774B70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704064191"/>
        <c:axId val="1"/>
      </c:barChart>
      <c:catAx>
        <c:axId val="704064191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04064191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9156626506024098E-2"/>
          <c:y val="0.13221153846153846"/>
          <c:w val="0.92168674698795183"/>
          <c:h val="0.73557692307692313"/>
        </c:manualLayout>
      </c:layout>
      <c:pieChart>
        <c:varyColors val="0"/>
        <c:ser>
          <c:idx val="0"/>
          <c:order val="0"/>
          <c:dPt>
            <c:idx val="0"/>
            <c:bubble3D val="0"/>
            <c:spPr>
              <a:solidFill>
                <a:schemeClr val="accent2"/>
              </a:solidFill>
              <a:ln w="9525" cmpd="sng" algn="ctr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1FE9-7742-8177-30C13DA510CD}"/>
              </c:ext>
            </c:extLst>
          </c:dPt>
          <c:dPt>
            <c:idx val="1"/>
            <c:bubble3D val="0"/>
            <c:spPr>
              <a:solidFill>
                <a:schemeClr val="accent1"/>
              </a:solidFill>
              <a:ln w="9525" cmpd="sng" algn="ctr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1FE9-7742-8177-30C13DA510CD}"/>
              </c:ext>
            </c:extLst>
          </c:dPt>
          <c:dPt>
            <c:idx val="2"/>
            <c:bubble3D val="0"/>
            <c:spPr>
              <a:solidFill>
                <a:schemeClr val="accent1"/>
              </a:solidFill>
              <a:ln w="9525" cmpd="sng" algn="ctr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1FE9-7742-8177-30C13DA510CD}"/>
              </c:ext>
            </c:extLst>
          </c:dPt>
          <c:dLbls>
            <c:dLbl>
              <c:idx val="0"/>
              <c:layout>
                <c:manualLayout>
                  <c:x val="0.16716867469879518"/>
                  <c:y val="3.1850961538461536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FE9-7742-8177-30C13DA510CD}"/>
                </c:ext>
              </c:extLst>
            </c:dLbl>
            <c:dLbl>
              <c:idx val="1"/>
              <c:layout>
                <c:manualLayout>
                  <c:x val="-0.15737951807228914"/>
                  <c:y val="4.80769230769230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FE9-7742-8177-30C13DA510CD}"/>
                </c:ext>
              </c:extLst>
            </c:dLbl>
            <c:dLbl>
              <c:idx val="2"/>
              <c:layout>
                <c:manualLayout>
                  <c:x val="-9.2620481927710843E-2"/>
                  <c:y val="-0.1081730769230769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1FE9-7742-8177-30C13DA510C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/>
            </c:extLst>
          </c:dLbls>
          <c:val>
            <c:numRef>
              <c:f>Sheet1!$A$1:$A$3</c:f>
              <c:numCache>
                <c:formatCode>General</c:formatCode>
                <c:ptCount val="3"/>
                <c:pt idx="0">
                  <c:v>57.4</c:v>
                </c:pt>
                <c:pt idx="1">
                  <c:v>23.599999999999998</c:v>
                </c:pt>
                <c:pt idx="2">
                  <c:v>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1FE9-7742-8177-30C13DA510C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0.13366834170854272"/>
          <c:y val="0.12334801762114538"/>
          <c:w val="0.73266331658291461"/>
          <c:h val="0.7533039647577092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 w="9525" cmpd="sng" algn="ctr">
              <a:solidFill>
                <a:schemeClr val="tx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9BA-2042-8F77-CA91596CB9C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45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9BA-2042-8F77-CA91596CB9C2}"/>
            </c:ext>
          </c:extLst>
        </c:ser>
        <c:ser>
          <c:idx val="1"/>
          <c:order val="1"/>
          <c:spPr>
            <a:solidFill>
              <a:schemeClr val="accent2"/>
            </a:solidFill>
            <a:ln w="9525" cmpd="sng" algn="ctr">
              <a:solidFill>
                <a:schemeClr val="tx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49BA-2042-8F77-CA91596CB9C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35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49BA-2042-8F77-CA91596CB9C2}"/>
            </c:ext>
          </c:extLst>
        </c:ser>
        <c:ser>
          <c:idx val="2"/>
          <c:order val="2"/>
          <c:spPr>
            <a:solidFill>
              <a:schemeClr val="accent2"/>
            </a:solidFill>
            <a:ln w="9525" cmpd="sng" algn="ctr">
              <a:solidFill>
                <a:schemeClr val="tx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9BA-2042-8F77-CA91596CB9C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19.999999999999996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9BA-2042-8F77-CA91596CB9C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013952384"/>
        <c:axId val="1"/>
      </c:barChart>
      <c:catAx>
        <c:axId val="101395238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1395238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8840820854132001E-2"/>
          <c:y val="0.10029850746268656"/>
          <c:w val="0.90904048807542981"/>
          <c:h val="0.79940298507462682"/>
        </c:manualLayout>
      </c:layout>
      <c:barChart>
        <c:barDir val="bar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9525" cmpd="sng" algn="ctr">
              <a:solidFill>
                <a:schemeClr val="tx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.48530227398779813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3E7-DC40-9B79-364570C59AC5}"/>
                </c:ext>
              </c:extLst>
            </c:dLbl>
            <c:dLbl>
              <c:idx val="1"/>
              <c:layout>
                <c:manualLayout>
                  <c:x val="0.36550194120909596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03E7-DC40-9B79-364570C59AC5}"/>
                </c:ext>
              </c:extLst>
            </c:dLbl>
            <c:dLbl>
              <c:idx val="2"/>
              <c:layout>
                <c:manualLayout>
                  <c:x val="0.28951747088186358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03E7-DC40-9B79-364570C59AC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7.2</c:v>
                </c:pt>
                <c:pt idx="1">
                  <c:v>5.3</c:v>
                </c:pt>
                <c:pt idx="2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03E7-DC40-9B79-364570C59AC5}"/>
            </c:ext>
          </c:extLst>
        </c:ser>
        <c:ser>
          <c:idx val="1"/>
          <c:order val="1"/>
          <c:spPr>
            <a:solidFill>
              <a:schemeClr val="accent2"/>
            </a:solidFill>
            <a:ln w="9525" cmpd="sng" algn="ctr">
              <a:solidFill>
                <a:schemeClr val="tx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.321131447587354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03E7-DC40-9B79-364570C59AC5}"/>
                </c:ext>
              </c:extLst>
            </c:dLbl>
            <c:dLbl>
              <c:idx val="1"/>
              <c:layout>
                <c:manualLayout>
                  <c:x val="0.24570160843039379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03E7-DC40-9B79-364570C59AC5}"/>
                </c:ext>
              </c:extLst>
            </c:dLbl>
            <c:dLbl>
              <c:idx val="2"/>
              <c:layout>
                <c:manualLayout>
                  <c:x val="0.1763727121464226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03E7-DC40-9B79-364570C59AC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4.6000000000000005</c:v>
                </c:pt>
                <c:pt idx="1">
                  <c:v>3.4</c:v>
                </c:pt>
                <c:pt idx="2">
                  <c:v>2.3000000000000003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03E7-DC40-9B79-364570C59AC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1013578512"/>
        <c:axId val="1"/>
      </c:barChart>
      <c:catAx>
        <c:axId val="1013578512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.2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01357851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1302744776730848E-2"/>
          <c:y val="0.14509331727874775"/>
          <c:w val="0.95739451044653834"/>
          <c:h val="0.75376279349789288"/>
        </c:manualLayout>
      </c:layout>
      <c:barChart>
        <c:barDir val="col"/>
        <c:grouping val="stacked"/>
        <c:varyColors val="0"/>
        <c:ser>
          <c:idx val="0"/>
          <c:order val="0"/>
          <c:spPr>
            <a:noFill/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 w="9525" cmpd="sng" algn="ctr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5B6C-5C44-B7B5-54C2C00C5E0D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1"/>
              </a:solidFill>
              <a:ln w="9525" cmpd="sng" algn="ctr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5B6C-5C44-B7B5-54C2C00C5E0D}"/>
              </c:ext>
            </c:extLst>
          </c:dPt>
          <c:dLbls>
            <c:dLbl>
              <c:idx val="0"/>
              <c:layout>
                <c:manualLayout>
                  <c:x val="0"/>
                  <c:y val="-0.23299217338952438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5B6C-5C44-B7B5-54C2C00C5E0D}"/>
                </c:ext>
              </c:extLst>
            </c:dLbl>
            <c:dLbl>
              <c:idx val="4"/>
              <c:layout>
                <c:manualLayout>
                  <c:x val="0"/>
                  <c:y val="-0.42143287176399757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5B6C-5C44-B7B5-54C2C00C5E0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4</c:v>
                </c:pt>
                <c:pt idx="1">
                  <c:v>4</c:v>
                </c:pt>
                <c:pt idx="2">
                  <c:v>5</c:v>
                </c:pt>
                <c:pt idx="3">
                  <c:v>5</c:v>
                </c:pt>
                <c:pt idx="4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6C-5C44-B7B5-54C2C00C5E0D}"/>
            </c:ext>
          </c:extLst>
        </c:ser>
        <c:ser>
          <c:idx val="1"/>
          <c:order val="1"/>
          <c:spPr>
            <a:solidFill>
              <a:schemeClr val="accent1"/>
            </a:solidFill>
            <a:ln w="9525" cmpd="sng" algn="ctr">
              <a:solidFill>
                <a:schemeClr val="tx1"/>
              </a:solidFill>
              <a:prstDash val="solid"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accent2"/>
              </a:solidFill>
              <a:ln w="9525" cmpd="sng" algn="ctr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5B6C-5C44-B7B5-54C2C00C5E0D}"/>
              </c:ext>
            </c:extLst>
          </c:dPt>
          <c:dLbls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2"/>
                      </a:solidFill>
                      <a:latin typeface="Arial"/>
                      <a:sym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5B6C-5C44-B7B5-54C2C00C5E0D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5B6C-5C44-B7B5-54C2C00C5E0D}"/>
                </c:ext>
              </c:extLst>
            </c:dLbl>
            <c:dLbl>
              <c:idx val="3"/>
              <c:layout>
                <c:manualLayout>
                  <c:x val="0"/>
                  <c:y val="0"/>
                </c:manualLayout>
              </c:layout>
              <c:numFmt formatCode="#,##0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2"/>
                      </a:solidFill>
                      <a:latin typeface="Arial"/>
                      <a:sym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5B6C-5C44-B7B5-54C2C00C5E0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Sheet1!$A$2:$E$2</c:f>
              <c:numCache>
                <c:formatCode>General</c:formatCode>
                <c:ptCount val="5"/>
                <c:pt idx="1">
                  <c:v>3</c:v>
                </c:pt>
                <c:pt idx="2">
                  <c:v>2</c:v>
                </c:pt>
                <c:pt idx="3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B6C-5C44-B7B5-54C2C00C5E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013071808"/>
        <c:axId val="1"/>
      </c:barChart>
      <c:catAx>
        <c:axId val="101307180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1307180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6072922893006582E-2"/>
          <c:y val="9.3126385809312637E-2"/>
          <c:w val="0.84698147041243277"/>
          <c:h val="0.8137472283813747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accent1"/>
            </a:solidFill>
            <a:ln w="9525" cmpd="sng" algn="ctr">
              <a:solidFill>
                <a:schemeClr val="tx1"/>
              </a:solidFill>
              <a:prstDash val="solid"/>
            </a:ln>
          </c:spPr>
          <c:invertIfNegative val="0"/>
          <c:dPt>
            <c:idx val="2"/>
            <c:invertIfNegative val="0"/>
            <c:bubble3D val="0"/>
            <c:spPr>
              <a:solidFill>
                <a:schemeClr val="hlink"/>
              </a:solidFill>
              <a:ln w="9525" cmpd="sng" algn="ctr">
                <a:solidFill>
                  <a:schemeClr val="tx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8552-B74C-922A-38FD25B90A0D}"/>
              </c:ext>
            </c:extLst>
          </c:dPt>
          <c:dLbls>
            <c:dLbl>
              <c:idx val="0"/>
              <c:layout>
                <c:manualLayout>
                  <c:x val="0.22773460848774657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8552-B74C-922A-38FD25B90A0D}"/>
                </c:ext>
              </c:extLst>
            </c:dLbl>
            <c:dLbl>
              <c:idx val="1"/>
              <c:layout>
                <c:manualLayout>
                  <c:x val="0.20263000597728631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8552-B74C-922A-38FD25B90A0D}"/>
                </c:ext>
              </c:extLst>
            </c:dLbl>
            <c:dLbl>
              <c:idx val="2"/>
              <c:layout>
                <c:manualLayout>
                  <c:x val="-0.27256425582785415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8552-B74C-922A-38FD25B90A0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6.1000000000000005</c:v>
                </c:pt>
                <c:pt idx="1">
                  <c:v>5.3</c:v>
                </c:pt>
                <c:pt idx="2">
                  <c:v>-7.2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8552-B74C-922A-38FD25B90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597529952"/>
        <c:axId val="1"/>
      </c:barChart>
      <c:catAx>
        <c:axId val="597529952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2857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6.1000000000000005"/>
          <c:min val="-7.2"/>
        </c:scaling>
        <c:delete val="1"/>
        <c:axPos val="t"/>
        <c:numFmt formatCode="General" sourceLinked="1"/>
        <c:majorTickMark val="out"/>
        <c:minorTickMark val="none"/>
        <c:tickLblPos val="nextTo"/>
        <c:crossAx val="59752995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6998961578400829E-2"/>
          <c:y val="9.3126385809312637E-2"/>
          <c:w val="0.94600207684319837"/>
          <c:h val="0.8137472283813747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hlink"/>
            </a:solidFill>
            <a:ln w="9525" cmpd="sng" algn="ctr">
              <a:solidFill>
                <a:schemeClr val="tx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26A3-7341-8D76-784340CD76E1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6A3-7341-8D76-784340CD76E1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26A3-7341-8D76-784340CD76E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12.9</c:v>
                </c:pt>
                <c:pt idx="1">
                  <c:v>21.8</c:v>
                </c:pt>
                <c:pt idx="2">
                  <c:v>35.1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6A3-7341-8D76-784340CD76E1}"/>
            </c:ext>
          </c:extLst>
        </c:ser>
        <c:ser>
          <c:idx val="1"/>
          <c:order val="1"/>
          <c:spPr>
            <a:solidFill>
              <a:schemeClr val="accent2"/>
            </a:solidFill>
            <a:ln w="9525" cmpd="sng" algn="ctr">
              <a:solidFill>
                <a:schemeClr val="tx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26A3-7341-8D76-784340CD76E1}"/>
                </c:ext>
              </c:extLst>
            </c:dLbl>
            <c:dLbl>
              <c:idx val="1"/>
              <c:layout>
                <c:manualLayout>
                  <c:x val="-5.1921079958463135E-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26A3-7341-8D76-784340CD76E1}"/>
                </c:ext>
              </c:extLst>
            </c:dLbl>
            <c:dLbl>
              <c:idx val="2"/>
              <c:layout>
                <c:manualLayout>
                  <c:x val="-5.1921079958463135E-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26A3-7341-8D76-784340CD76E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5.0999999999999996</c:v>
                </c:pt>
                <c:pt idx="1">
                  <c:v>3.8999999999999986</c:v>
                </c:pt>
                <c:pt idx="2">
                  <c:v>7.2000000000000028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26A3-7341-8D76-784340CD76E1}"/>
            </c:ext>
          </c:extLst>
        </c:ser>
        <c:ser>
          <c:idx val="2"/>
          <c:order val="2"/>
          <c:spPr>
            <a:solidFill>
              <a:schemeClr val="accent1"/>
            </a:solidFill>
            <a:ln w="9525" cmpd="sng" algn="ctr">
              <a:solidFill>
                <a:schemeClr val="tx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-5.1921079958463135E-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2"/>
                      </a:solidFill>
                      <a:latin typeface="Arial"/>
                      <a:sym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26A3-7341-8D76-784340CD76E1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2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26A3-7341-8D76-784340CD76E1}"/>
                </c:ext>
              </c:extLst>
            </c:dLbl>
            <c:dLbl>
              <c:idx val="2"/>
              <c:layout>
                <c:manualLayout>
                  <c:x val="-5.1921079958463135E-4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2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26A3-7341-8D76-784340CD76E1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Sheet1!$A$3:$C$3</c:f>
              <c:numCache>
                <c:formatCode>General</c:formatCode>
                <c:ptCount val="3"/>
                <c:pt idx="0">
                  <c:v>3.5</c:v>
                </c:pt>
                <c:pt idx="1">
                  <c:v>5.3000000000000007</c:v>
                </c:pt>
                <c:pt idx="2">
                  <c:v>4.1000000000000014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B-26A3-7341-8D76-784340CD76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1012974224"/>
        <c:axId val="1"/>
      </c:barChart>
      <c:catAx>
        <c:axId val="1012974224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2857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6.400000000000006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101297422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0933977455716585E-2"/>
          <c:y val="0.1659779614325069"/>
          <c:w val="0.95813204508856686"/>
          <c:h val="0.718319559228650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4"/>
            </a:solidFill>
            <a:ln w="9525" cmpd="sng" algn="ctr">
              <a:solidFill>
                <a:schemeClr val="tx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0.2555096418732782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14F-DA4B-9247-29662B870F56}"/>
                </c:ext>
              </c:extLst>
            </c:dLbl>
            <c:dLbl>
              <c:idx val="1"/>
              <c:layout>
                <c:manualLayout>
                  <c:x val="0"/>
                  <c:y val="-0.3154269972451790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014F-DA4B-9247-29662B870F56}"/>
                </c:ext>
              </c:extLst>
            </c:dLbl>
            <c:dLbl>
              <c:idx val="2"/>
              <c:layout>
                <c:manualLayout>
                  <c:x val="0"/>
                  <c:y val="-0.4097796143250688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014F-DA4B-9247-29662B870F56}"/>
                </c:ext>
              </c:extLst>
            </c:dLbl>
            <c:dLbl>
              <c:idx val="3"/>
              <c:layout>
                <c:manualLayout>
                  <c:x val="0"/>
                  <c:y val="-0.3601928374655647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014F-DA4B-9247-29662B870F56}"/>
                </c:ext>
              </c:extLst>
            </c:dLbl>
            <c:dLbl>
              <c:idx val="4"/>
              <c:layout>
                <c:manualLayout>
                  <c:x val="0"/>
                  <c:y val="-0.2603305785123967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014F-DA4B-9247-29662B870F5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Sheet1!$A$1:$E$1</c:f>
              <c:numCache>
                <c:formatCode>General</c:formatCode>
                <c:ptCount val="5"/>
                <c:pt idx="0">
                  <c:v>4.0999999999999996</c:v>
                </c:pt>
                <c:pt idx="1">
                  <c:v>5.3</c:v>
                </c:pt>
                <c:pt idx="2">
                  <c:v>7.2</c:v>
                </c:pt>
                <c:pt idx="3">
                  <c:v>6.2</c:v>
                </c:pt>
                <c:pt idx="4">
                  <c:v>4.2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014F-DA4B-9247-29662B870F5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771714367"/>
        <c:axId val="1"/>
      </c:barChart>
      <c:catAx>
        <c:axId val="771714367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2857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.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71714367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4726581074655255E-2"/>
          <c:y val="4.340567612687813E-2"/>
          <c:w val="0.9505468378506895"/>
          <c:h val="0.91318864774624375"/>
        </c:manualLayout>
      </c:layout>
      <c:scatterChart>
        <c:scatterStyle val="lineMarker"/>
        <c:varyColors val="0"/>
        <c:ser>
          <c:idx val="0"/>
          <c:order val="0"/>
          <c:spPr>
            <a:ln w="28575" cmpd="sng" algn="ctr">
              <a:solidFill>
                <a:schemeClr val="hlink"/>
              </a:solidFill>
              <a:prstDash val="solid"/>
            </a:ln>
          </c:spPr>
          <c:marker>
            <c:symbol val="none"/>
          </c:marker>
          <c:xVal>
            <c:numRef>
              <c:f>Sheet1!$A$1:$O$1</c:f>
              <c:numCache>
                <c:formatCode>General</c:formatCode>
                <c:ptCount val="15"/>
                <c:pt idx="0">
                  <c:v>1994</c:v>
                </c:pt>
                <c:pt idx="1">
                  <c:v>1995</c:v>
                </c:pt>
                <c:pt idx="2">
                  <c:v>1996</c:v>
                </c:pt>
                <c:pt idx="3">
                  <c:v>1997</c:v>
                </c:pt>
                <c:pt idx="4">
                  <c:v>1998</c:v>
                </c:pt>
                <c:pt idx="5">
                  <c:v>1999</c:v>
                </c:pt>
                <c:pt idx="6">
                  <c:v>2000</c:v>
                </c:pt>
                <c:pt idx="7">
                  <c:v>2001</c:v>
                </c:pt>
                <c:pt idx="8">
                  <c:v>2002</c:v>
                </c:pt>
                <c:pt idx="9">
                  <c:v>2003</c:v>
                </c:pt>
                <c:pt idx="10">
                  <c:v>2004</c:v>
                </c:pt>
                <c:pt idx="11">
                  <c:v>2005</c:v>
                </c:pt>
                <c:pt idx="12">
                  <c:v>2006</c:v>
                </c:pt>
                <c:pt idx="13">
                  <c:v>2007</c:v>
                </c:pt>
                <c:pt idx="14">
                  <c:v>2008</c:v>
                </c:pt>
              </c:numCache>
            </c:numRef>
          </c:xVal>
          <c:yVal>
            <c:numRef>
              <c:f>Sheet1!$A$2:$O$2</c:f>
              <c:numCache>
                <c:formatCode>General</c:formatCode>
                <c:ptCount val="15"/>
                <c:pt idx="0">
                  <c:v>3.9</c:v>
                </c:pt>
                <c:pt idx="1">
                  <c:v>4.0999999999999996</c:v>
                </c:pt>
                <c:pt idx="2">
                  <c:v>5.3</c:v>
                </c:pt>
                <c:pt idx="3">
                  <c:v>3.2</c:v>
                </c:pt>
                <c:pt idx="4">
                  <c:v>6.5</c:v>
                </c:pt>
                <c:pt idx="5">
                  <c:v>3.2</c:v>
                </c:pt>
                <c:pt idx="6">
                  <c:v>4.2</c:v>
                </c:pt>
                <c:pt idx="7">
                  <c:v>5.5</c:v>
                </c:pt>
                <c:pt idx="8">
                  <c:v>6.7</c:v>
                </c:pt>
                <c:pt idx="9">
                  <c:v>6.9</c:v>
                </c:pt>
                <c:pt idx="10">
                  <c:v>7.2</c:v>
                </c:pt>
                <c:pt idx="11">
                  <c:v>6.5</c:v>
                </c:pt>
                <c:pt idx="12">
                  <c:v>6.2</c:v>
                </c:pt>
                <c:pt idx="13">
                  <c:v>5.9</c:v>
                </c:pt>
                <c:pt idx="14">
                  <c:v>5.2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CC38-8346-8E5C-127E41E43FAB}"/>
            </c:ext>
          </c:extLst>
        </c:ser>
        <c:ser>
          <c:idx val="1"/>
          <c:order val="1"/>
          <c:spPr>
            <a:ln w="28575" cmpd="sng" algn="ctr">
              <a:solidFill>
                <a:srgbClr val="B3B3B3"/>
              </a:solidFill>
              <a:prstDash val="lgDash"/>
            </a:ln>
          </c:spPr>
          <c:marker>
            <c:symbol val="none"/>
          </c:marker>
          <c:xVal>
            <c:numRef>
              <c:f>Sheet1!$A$1:$O$1</c:f>
              <c:numCache>
                <c:formatCode>General</c:formatCode>
                <c:ptCount val="15"/>
                <c:pt idx="0">
                  <c:v>1994</c:v>
                </c:pt>
                <c:pt idx="1">
                  <c:v>1995</c:v>
                </c:pt>
                <c:pt idx="2">
                  <c:v>1996</c:v>
                </c:pt>
                <c:pt idx="3">
                  <c:v>1997</c:v>
                </c:pt>
                <c:pt idx="4">
                  <c:v>1998</c:v>
                </c:pt>
                <c:pt idx="5">
                  <c:v>1999</c:v>
                </c:pt>
                <c:pt idx="6">
                  <c:v>2000</c:v>
                </c:pt>
                <c:pt idx="7">
                  <c:v>2001</c:v>
                </c:pt>
                <c:pt idx="8">
                  <c:v>2002</c:v>
                </c:pt>
                <c:pt idx="9">
                  <c:v>2003</c:v>
                </c:pt>
                <c:pt idx="10">
                  <c:v>2004</c:v>
                </c:pt>
                <c:pt idx="11">
                  <c:v>2005</c:v>
                </c:pt>
                <c:pt idx="12">
                  <c:v>2006</c:v>
                </c:pt>
                <c:pt idx="13">
                  <c:v>2007</c:v>
                </c:pt>
                <c:pt idx="14">
                  <c:v>2008</c:v>
                </c:pt>
              </c:numCache>
            </c:numRef>
          </c:xVal>
          <c:yVal>
            <c:numRef>
              <c:f>Sheet1!$A$3:$O$3</c:f>
              <c:numCache>
                <c:formatCode>General</c:formatCode>
                <c:ptCount val="15"/>
                <c:pt idx="0">
                  <c:v>3.2</c:v>
                </c:pt>
                <c:pt idx="1">
                  <c:v>1.1000000000000001</c:v>
                </c:pt>
                <c:pt idx="2">
                  <c:v>1</c:v>
                </c:pt>
                <c:pt idx="3">
                  <c:v>3</c:v>
                </c:pt>
                <c:pt idx="4">
                  <c:v>4</c:v>
                </c:pt>
                <c:pt idx="5">
                  <c:v>2.3000000000000003</c:v>
                </c:pt>
                <c:pt idx="6">
                  <c:v>2.1</c:v>
                </c:pt>
                <c:pt idx="7">
                  <c:v>1.8</c:v>
                </c:pt>
                <c:pt idx="8">
                  <c:v>1</c:v>
                </c:pt>
                <c:pt idx="9">
                  <c:v>0.8</c:v>
                </c:pt>
                <c:pt idx="10">
                  <c:v>0.9</c:v>
                </c:pt>
                <c:pt idx="11">
                  <c:v>1.1000000000000001</c:v>
                </c:pt>
                <c:pt idx="12">
                  <c:v>2</c:v>
                </c:pt>
                <c:pt idx="13">
                  <c:v>2.2000000000000002</c:v>
                </c:pt>
                <c:pt idx="14">
                  <c:v>3.5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CC38-8346-8E5C-127E41E43FAB}"/>
            </c:ext>
          </c:extLst>
        </c:ser>
        <c:ser>
          <c:idx val="2"/>
          <c:order val="2"/>
          <c:spPr>
            <a:ln w="28575" cmpd="sng" algn="ctr">
              <a:solidFill>
                <a:srgbClr val="B3B3B3"/>
              </a:solidFill>
              <a:prstDash val="dash"/>
            </a:ln>
          </c:spPr>
          <c:marker>
            <c:symbol val="none"/>
          </c:marker>
          <c:xVal>
            <c:numRef>
              <c:f>Sheet1!$A$1:$O$1</c:f>
              <c:numCache>
                <c:formatCode>General</c:formatCode>
                <c:ptCount val="15"/>
                <c:pt idx="0">
                  <c:v>1994</c:v>
                </c:pt>
                <c:pt idx="1">
                  <c:v>1995</c:v>
                </c:pt>
                <c:pt idx="2">
                  <c:v>1996</c:v>
                </c:pt>
                <c:pt idx="3">
                  <c:v>1997</c:v>
                </c:pt>
                <c:pt idx="4">
                  <c:v>1998</c:v>
                </c:pt>
                <c:pt idx="5">
                  <c:v>1999</c:v>
                </c:pt>
                <c:pt idx="6">
                  <c:v>2000</c:v>
                </c:pt>
                <c:pt idx="7">
                  <c:v>2001</c:v>
                </c:pt>
                <c:pt idx="8">
                  <c:v>2002</c:v>
                </c:pt>
                <c:pt idx="9">
                  <c:v>2003</c:v>
                </c:pt>
                <c:pt idx="10">
                  <c:v>2004</c:v>
                </c:pt>
                <c:pt idx="11">
                  <c:v>2005</c:v>
                </c:pt>
                <c:pt idx="12">
                  <c:v>2006</c:v>
                </c:pt>
                <c:pt idx="13">
                  <c:v>2007</c:v>
                </c:pt>
                <c:pt idx="14">
                  <c:v>2008</c:v>
                </c:pt>
              </c:numCache>
            </c:numRef>
          </c:xVal>
          <c:yVal>
            <c:numRef>
              <c:f>Sheet1!$A$4:$O$4</c:f>
              <c:numCache>
                <c:formatCode>General</c:formatCode>
                <c:ptCount val="15"/>
                <c:pt idx="0">
                  <c:v>2</c:v>
                </c:pt>
                <c:pt idx="1">
                  <c:v>2.2000000000000002</c:v>
                </c:pt>
                <c:pt idx="2">
                  <c:v>6</c:v>
                </c:pt>
                <c:pt idx="3">
                  <c:v>7</c:v>
                </c:pt>
                <c:pt idx="4">
                  <c:v>6.2</c:v>
                </c:pt>
                <c:pt idx="5">
                  <c:v>5.5</c:v>
                </c:pt>
                <c:pt idx="6">
                  <c:v>5.3</c:v>
                </c:pt>
                <c:pt idx="7">
                  <c:v>5.1000000000000005</c:v>
                </c:pt>
                <c:pt idx="8">
                  <c:v>4.9000000000000004</c:v>
                </c:pt>
                <c:pt idx="9">
                  <c:v>4.8</c:v>
                </c:pt>
                <c:pt idx="10">
                  <c:v>4.5</c:v>
                </c:pt>
                <c:pt idx="11">
                  <c:v>4.4000000000000004</c:v>
                </c:pt>
                <c:pt idx="12">
                  <c:v>4.2</c:v>
                </c:pt>
                <c:pt idx="13">
                  <c:v>3.9</c:v>
                </c:pt>
                <c:pt idx="14">
                  <c:v>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CC38-8346-8E5C-127E41E43F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"/>
        <c:axId val="5"/>
      </c:scatterChart>
      <c:valAx>
        <c:axId val="4"/>
        <c:scaling>
          <c:orientation val="minMax"/>
          <c:max val="2008"/>
          <c:min val="1994"/>
        </c:scaling>
        <c:delete val="0"/>
        <c:axPos val="b"/>
        <c:majorGridlines>
          <c:spPr>
            <a:ln>
              <a:noFill/>
            </a:ln>
          </c:spPr>
        </c:majorGridlines>
        <c:numFmt formatCode="General" sourceLinked="1"/>
        <c:majorTickMark val="in"/>
        <c:minorTickMark val="none"/>
        <c:tickLblPos val="none"/>
        <c:spPr>
          <a:ln w="2857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5"/>
        <c:crosses val="min"/>
        <c:crossBetween val="midCat"/>
        <c:majorUnit val="2"/>
      </c:valAx>
      <c:valAx>
        <c:axId val="5"/>
        <c:scaling>
          <c:orientation val="minMax"/>
          <c:max val="8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in"/>
        <c:minorTickMark val="none"/>
        <c:tickLblPos val="none"/>
        <c:spPr>
          <a:ln w="2857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4"/>
        <c:crosses val="min"/>
        <c:crossBetween val="midCat"/>
        <c:majorUnit val="2"/>
      </c:valAx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3433979269941414E-2"/>
          <c:y val="0.13669880884855359"/>
          <c:w val="0.95313204146011721"/>
          <c:h val="0.76800907543959163"/>
        </c:manualLayout>
      </c:layout>
      <c:barChart>
        <c:barDir val="col"/>
        <c:grouping val="clustered"/>
        <c:varyColors val="0"/>
        <c:ser>
          <c:idx val="0"/>
          <c:order val="0"/>
          <c:spPr>
            <a:solidFill>
              <a:schemeClr val="accent1"/>
            </a:solidFill>
            <a:ln w="9525" cmpd="sng" algn="ctr">
              <a:solidFill>
                <a:schemeClr val="tx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0.26035167328417469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1C3-9242-B312-7AC3B70DE892}"/>
                </c:ext>
              </c:extLst>
            </c:dLbl>
            <c:dLbl>
              <c:idx val="1"/>
              <c:layout>
                <c:manualLayout>
                  <c:x val="0"/>
                  <c:y val="-0.3250141803743618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61C3-9242-B312-7AC3B70DE892}"/>
                </c:ext>
              </c:extLst>
            </c:dLbl>
            <c:dLbl>
              <c:idx val="2"/>
              <c:layout>
                <c:manualLayout>
                  <c:x val="0"/>
                  <c:y val="-0.4259784458309699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61C3-9242-B312-7AC3B70DE89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4.0999999999999996</c:v>
                </c:pt>
                <c:pt idx="1">
                  <c:v>5.3</c:v>
                </c:pt>
                <c:pt idx="2">
                  <c:v>7.2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1C3-9242-B312-7AC3B70DE892}"/>
            </c:ext>
          </c:extLst>
        </c:ser>
        <c:ser>
          <c:idx val="1"/>
          <c:order val="1"/>
          <c:spPr>
            <a:solidFill>
              <a:schemeClr val="accent2"/>
            </a:solidFill>
            <a:ln w="9525" cmpd="sng" algn="ctr">
              <a:solidFill>
                <a:schemeClr val="tx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-0.16505955757231991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61C3-9242-B312-7AC3B70DE892}"/>
                </c:ext>
              </c:extLst>
            </c:dLbl>
            <c:dLbl>
              <c:idx val="1"/>
              <c:layout>
                <c:manualLayout>
                  <c:x val="0"/>
                  <c:y val="-0.22291548496880317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61C3-9242-B312-7AC3B70DE892}"/>
                </c:ext>
              </c:extLst>
            </c:dLbl>
            <c:dLbl>
              <c:idx val="2"/>
              <c:layout>
                <c:manualLayout>
                  <c:x val="0"/>
                  <c:y val="-0.28701077708451506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1"/>
                      </a:solidFill>
                      <a:latin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61C3-9242-B312-7AC3B70DE892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2.3000000000000003</c:v>
                </c:pt>
                <c:pt idx="1">
                  <c:v>3.4</c:v>
                </c:pt>
                <c:pt idx="2">
                  <c:v>4.6000000000000005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1C3-9242-B312-7AC3B70DE89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axId val="745368160"/>
        <c:axId val="1"/>
      </c:barChart>
      <c:catAx>
        <c:axId val="745368160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2857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7.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74536816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4750118990956686E-2"/>
          <c:y val="9.9408284023668636E-2"/>
          <c:w val="0.95049976201808661"/>
          <c:h val="0.80118343195266273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accent2"/>
            </a:solidFill>
            <a:ln w="9525" cmpd="sng" algn="ctr">
              <a:solidFill>
                <a:schemeClr val="tx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3A8-F74B-BEAA-58AE139B6636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63A8-F74B-BEAA-58AE139B6636}"/>
                </c:ext>
              </c:extLst>
            </c:dLbl>
            <c:dLbl>
              <c:idx val="2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b="1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63A8-F74B-BEAA-58AE139B66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12.9</c:v>
                </c:pt>
                <c:pt idx="1">
                  <c:v>21.8</c:v>
                </c:pt>
                <c:pt idx="2">
                  <c:v>35.1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3A8-F74B-BEAA-58AE139B6636}"/>
            </c:ext>
          </c:extLst>
        </c:ser>
        <c:ser>
          <c:idx val="1"/>
          <c:order val="1"/>
          <c:spPr>
            <a:solidFill>
              <a:schemeClr val="accent1"/>
            </a:solidFill>
            <a:ln w="9525" cmpd="sng" algn="ctr">
              <a:solidFill>
                <a:schemeClr val="tx1"/>
              </a:solidFill>
              <a:prstDash val="solid"/>
            </a:ln>
          </c:spPr>
          <c:invertIfNegative val="0"/>
          <c:dLbls>
            <c:dLbl>
              <c:idx val="0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>
                      <a:solidFill>
                        <a:schemeClr val="tx2"/>
                      </a:solidFill>
                      <a:latin typeface="Arial"/>
                      <a:sym typeface="Arial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63A8-F74B-BEAA-58AE139B6636}"/>
                </c:ext>
              </c:extLst>
            </c:dLbl>
            <c:dLbl>
              <c:idx val="1"/>
              <c:layout>
                <c:manualLayout>
                  <c:x val="0"/>
                  <c:y val="0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63A8-F74B-BEAA-58AE139B6636}"/>
                </c:ext>
              </c:extLst>
            </c:dLbl>
            <c:dLbl>
              <c:idx val="2"/>
              <c:layout>
                <c:manualLayout>
                  <c:x val="0"/>
                  <c:y val="-5.9171597633136095E-4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20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63A8-F74B-BEAA-58AE139B6636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5.0999999999999996</c:v>
                </c:pt>
                <c:pt idx="1">
                  <c:v>3.3999999999999986</c:v>
                </c:pt>
                <c:pt idx="2">
                  <c:v>7.2000000000000028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3A8-F74B-BEAA-58AE139B66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40"/>
        <c:overlap val="100"/>
        <c:axId val="782291039"/>
        <c:axId val="1"/>
      </c:barChart>
      <c:lineChart>
        <c:grouping val="standard"/>
        <c:varyColors val="0"/>
        <c:ser>
          <c:idx val="2"/>
          <c:order val="2"/>
          <c:spPr>
            <a:ln w="28575" cmpd="sng" algn="ctr">
              <a:solidFill>
                <a:srgbClr val="E5546C"/>
              </a:solidFill>
              <a:prstDash val="solid"/>
            </a:ln>
          </c:spPr>
          <c:marker>
            <c:symbol val="none"/>
          </c:marker>
          <c:val>
            <c:numRef>
              <c:f>Sheet1!$A$3:$C$3</c:f>
              <c:numCache>
                <c:formatCode>General</c:formatCode>
                <c:ptCount val="3"/>
                <c:pt idx="0">
                  <c:v>3.5</c:v>
                </c:pt>
                <c:pt idx="1">
                  <c:v>5.3</c:v>
                </c:pt>
                <c:pt idx="2">
                  <c:v>4.4000000000000004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63A8-F74B-BEAA-58AE139B663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"/>
        <c:axId val="3"/>
      </c:lineChart>
      <c:catAx>
        <c:axId val="782291039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2857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5"/>
          <c:min val="0"/>
        </c:scaling>
        <c:delete val="0"/>
        <c:axPos val="l"/>
        <c:majorGridlines>
          <c:spPr>
            <a:ln>
              <a:noFill/>
            </a:ln>
          </c:spPr>
        </c:majorGridlines>
        <c:numFmt formatCode="General" sourceLinked="1"/>
        <c:majorTickMark val="in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782291039"/>
        <c:crosses val="min"/>
        <c:crossBetween val="between"/>
        <c:majorUnit val="5"/>
      </c:valAx>
      <c:catAx>
        <c:axId val="2"/>
        <c:scaling>
          <c:orientation val="minMax"/>
        </c:scaling>
        <c:delete val="1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crossAx val="3"/>
        <c:crosses val="min"/>
        <c:auto val="0"/>
        <c:lblAlgn val="ctr"/>
        <c:lblOffset val="100"/>
        <c:noMultiLvlLbl val="0"/>
      </c:catAx>
      <c:valAx>
        <c:axId val="3"/>
        <c:scaling>
          <c:orientation val="minMax"/>
          <c:max val="6"/>
          <c:min val="0"/>
        </c:scaling>
        <c:delete val="0"/>
        <c:axPos val="r"/>
        <c:majorGridlines>
          <c:spPr>
            <a:ln>
              <a:noFill/>
            </a:ln>
          </c:spPr>
        </c:majorGridlines>
        <c:numFmt formatCode="General" sourceLinked="1"/>
        <c:majorTickMark val="in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txPr>
          <a:bodyPr wrap="none"/>
          <a:lstStyle/>
          <a:p>
            <a:pPr>
              <a:defRPr sz="1200">
                <a:latin typeface="+mn-lt"/>
                <a:ea typeface="+mn-ea"/>
                <a:cs typeface="+mn-cs"/>
              </a:defRPr>
            </a:pPr>
            <a:endParaRPr lang="zh-CN"/>
          </a:p>
        </c:txPr>
        <c:crossAx val="2"/>
        <c:crosses val="max"/>
        <c:crossBetween val="between"/>
        <c:majorUnit val="1"/>
      </c:valAx>
    </c:plotArea>
    <c:plotVisOnly val="0"/>
    <c:dispBlanksAs val="gap"/>
    <c:showDLblsOverMax val="1"/>
  </c:chart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11" Type="http://schemas.openxmlformats.org/officeDocument/2006/relationships/image" Target="../media/image3.png"/><Relationship Id="rId5" Type="http://schemas.openxmlformats.org/officeDocument/2006/relationships/tags" Target="../tags/tag29.xml"/><Relationship Id="rId10" Type="http://schemas.openxmlformats.org/officeDocument/2006/relationships/image" Target="../media/image2.emf"/><Relationship Id="rId4" Type="http://schemas.openxmlformats.org/officeDocument/2006/relationships/tags" Target="../tags/tag28.xml"/><Relationship Id="rId9" Type="http://schemas.openxmlformats.org/officeDocument/2006/relationships/oleObject" Target="../embeddings/oleObject2.bin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slideMaster" Target="../slideMasters/slideMaster1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10" Type="http://schemas.openxmlformats.org/officeDocument/2006/relationships/image" Target="../media/image1.emf"/><Relationship Id="rId4" Type="http://schemas.openxmlformats.org/officeDocument/2006/relationships/tags" Target="../tags/tag35.xml"/><Relationship Id="rId9" Type="http://schemas.openxmlformats.org/officeDocument/2006/relationships/oleObject" Target="../embeddings/oleObject3.bin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tags" Target="../tags/tag41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2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4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16EA533F-94AF-4D02-A54D-267AD6DA2E6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466722"/>
              </p:ext>
            </p:extLst>
          </p:nvPr>
        </p:nvGraphicFramePr>
        <p:xfrm>
          <a:off x="1192" y="1587"/>
          <a:ext cx="1190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9" imgW="344" imgH="344" progId="TCLayout.ActiveDocument.1">
                  <p:embed/>
                </p:oleObj>
              </mc:Choice>
              <mc:Fallback>
                <p:oleObj name="think-cell 幻灯片" r:id="rId9" imgW="344" imgH="344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16EA533F-94AF-4D02-A54D-267AD6DA2E6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92" y="1587"/>
                        <a:ext cx="1190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C54CE3BD-55D7-42CB-8D9D-17E2A0D7458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19063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>
              <a:spcBef>
                <a:spcPts val="300"/>
              </a:spcBef>
              <a:spcAft>
                <a:spcPts val="300"/>
              </a:spcAft>
            </a:pPr>
            <a:endParaRPr lang="en-US" sz="44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pic>
        <p:nvPicPr>
          <p:cNvPr id="16" name="Partnership">
            <a:extLst>
              <a:ext uri="{FF2B5EF4-FFF2-40B4-BE49-F238E27FC236}">
                <a16:creationId xmlns:a16="http://schemas.microsoft.com/office/drawing/2014/main" id="{B217107C-D279-4D90-AB38-6A6D6782398B}"/>
              </a:ext>
            </a:extLst>
          </p:cNvPr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6858" y="1"/>
            <a:ext cx="9144000" cy="6858000"/>
          </a:xfrm>
          <a:prstGeom prst="rect">
            <a:avLst/>
          </a:prstGeom>
        </p:spPr>
      </p:pic>
      <p:grpSp>
        <p:nvGrpSpPr>
          <p:cNvPr id="4" name="LogoImage">
            <a:extLst>
              <a:ext uri="{FF2B5EF4-FFF2-40B4-BE49-F238E27FC236}">
                <a16:creationId xmlns:a16="http://schemas.microsoft.com/office/drawing/2014/main" id="{275CA5E5-0CE7-4325-8DA5-DA17C9380A0C}"/>
              </a:ext>
            </a:extLst>
          </p:cNvPr>
          <p:cNvGrpSpPr>
            <a:grpSpLocks noChangeAspect="1"/>
          </p:cNvGrpSpPr>
          <p:nvPr userDrawn="1">
            <p:custDataLst>
              <p:tags r:id="rId3"/>
            </p:custDataLst>
          </p:nvPr>
        </p:nvGrpSpPr>
        <p:grpSpPr bwMode="black">
          <a:xfrm>
            <a:off x="413957" y="481161"/>
            <a:ext cx="1419900" cy="585216"/>
            <a:chOff x="0" y="973"/>
            <a:chExt cx="7680" cy="2374"/>
          </a:xfrm>
        </p:grpSpPr>
        <p:sp>
          <p:nvSpPr>
            <p:cNvPr id="5" name="AutoShape 3">
              <a:extLst>
                <a:ext uri="{FF2B5EF4-FFF2-40B4-BE49-F238E27FC236}">
                  <a16:creationId xmlns:a16="http://schemas.microsoft.com/office/drawing/2014/main" id="{1F430752-9F46-430E-93A8-58E8FAF85299}"/>
                </a:ext>
              </a:extLst>
            </p:cNvPr>
            <p:cNvSpPr>
              <a:spLocks noChangeAspect="1" noChangeArrowheads="1" noTextEdit="1"/>
            </p:cNvSpPr>
            <p:nvPr userDrawn="1"/>
          </p:nvSpPr>
          <p:spPr bwMode="black">
            <a:xfrm>
              <a:off x="0" y="973"/>
              <a:ext cx="7680" cy="23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87" dirty="0">
                <a:latin typeface="Arial" panose="020B0604020202020204" pitchFamily="34" charset="0"/>
              </a:endParaRPr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20C9A1A2-5968-4C0E-9E0B-C061BA0E7F39}"/>
                </a:ext>
              </a:extLst>
            </p:cNvPr>
            <p:cNvSpPr>
              <a:spLocks noEditPoints="1"/>
            </p:cNvSpPr>
            <p:nvPr userDrawn="1"/>
          </p:nvSpPr>
          <p:spPr bwMode="black">
            <a:xfrm>
              <a:off x="0" y="974"/>
              <a:ext cx="7680" cy="2373"/>
            </a:xfrm>
            <a:custGeom>
              <a:avLst/>
              <a:gdLst>
                <a:gd name="T0" fmla="*/ 4209 w 15155"/>
                <a:gd name="T1" fmla="*/ 2986 h 4678"/>
                <a:gd name="T2" fmla="*/ 3707 w 15155"/>
                <a:gd name="T3" fmla="*/ 2422 h 4678"/>
                <a:gd name="T4" fmla="*/ 3712 w 15155"/>
                <a:gd name="T5" fmla="*/ 2340 h 4678"/>
                <a:gd name="T6" fmla="*/ 4724 w 15155"/>
                <a:gd name="T7" fmla="*/ 4124 h 4678"/>
                <a:gd name="T8" fmla="*/ 3330 w 15155"/>
                <a:gd name="T9" fmla="*/ 3521 h 4678"/>
                <a:gd name="T10" fmla="*/ 5673 w 15155"/>
                <a:gd name="T11" fmla="*/ 3002 h 4678"/>
                <a:gd name="T12" fmla="*/ 6627 w 15155"/>
                <a:gd name="T13" fmla="*/ 2408 h 4678"/>
                <a:gd name="T14" fmla="*/ 6279 w 15155"/>
                <a:gd name="T15" fmla="*/ 4007 h 4678"/>
                <a:gd name="T16" fmla="*/ 10270 w 15155"/>
                <a:gd name="T17" fmla="*/ 3073 h 4678"/>
                <a:gd name="T18" fmla="*/ 10801 w 15155"/>
                <a:gd name="T19" fmla="*/ 4678 h 4678"/>
                <a:gd name="T20" fmla="*/ 11466 w 15155"/>
                <a:gd name="T21" fmla="*/ 3537 h 4678"/>
                <a:gd name="T22" fmla="*/ 10602 w 15155"/>
                <a:gd name="T23" fmla="*/ 3405 h 4678"/>
                <a:gd name="T24" fmla="*/ 14762 w 15155"/>
                <a:gd name="T25" fmla="*/ 3073 h 4678"/>
                <a:gd name="T26" fmla="*/ 14505 w 15155"/>
                <a:gd name="T27" fmla="*/ 2986 h 4678"/>
                <a:gd name="T28" fmla="*/ 14145 w 15155"/>
                <a:gd name="T29" fmla="*/ 4620 h 4678"/>
                <a:gd name="T30" fmla="*/ 15155 w 15155"/>
                <a:gd name="T31" fmla="*/ 2986 h 4678"/>
                <a:gd name="T32" fmla="*/ 10231 w 15155"/>
                <a:gd name="T33" fmla="*/ 4037 h 4678"/>
                <a:gd name="T34" fmla="*/ 9005 w 15155"/>
                <a:gd name="T35" fmla="*/ 2961 h 4678"/>
                <a:gd name="T36" fmla="*/ 8378 w 15155"/>
                <a:gd name="T37" fmla="*/ 3194 h 4678"/>
                <a:gd name="T38" fmla="*/ 8775 w 15155"/>
                <a:gd name="T39" fmla="*/ 4037 h 4678"/>
                <a:gd name="T40" fmla="*/ 9107 w 15155"/>
                <a:gd name="T41" fmla="*/ 3916 h 4678"/>
                <a:gd name="T42" fmla="*/ 9439 w 15155"/>
                <a:gd name="T43" fmla="*/ 4037 h 4678"/>
                <a:gd name="T44" fmla="*/ 9712 w 15155"/>
                <a:gd name="T45" fmla="*/ 4037 h 4678"/>
                <a:gd name="T46" fmla="*/ 7962 w 15155"/>
                <a:gd name="T47" fmla="*/ 3741 h 4678"/>
                <a:gd name="T48" fmla="*/ 7962 w 15155"/>
                <a:gd name="T49" fmla="*/ 3741 h 4678"/>
                <a:gd name="T50" fmla="*/ 12654 w 15155"/>
                <a:gd name="T51" fmla="*/ 2986 h 4678"/>
                <a:gd name="T52" fmla="*/ 12586 w 15155"/>
                <a:gd name="T53" fmla="*/ 4036 h 4678"/>
                <a:gd name="T54" fmla="*/ 11780 w 15155"/>
                <a:gd name="T55" fmla="*/ 3367 h 4678"/>
                <a:gd name="T56" fmla="*/ 11871 w 15155"/>
                <a:gd name="T57" fmla="*/ 4146 h 4678"/>
                <a:gd name="T58" fmla="*/ 13060 w 15155"/>
                <a:gd name="T59" fmla="*/ 3917 h 4678"/>
                <a:gd name="T60" fmla="*/ 13423 w 15155"/>
                <a:gd name="T61" fmla="*/ 4037 h 4678"/>
                <a:gd name="T62" fmla="*/ 12250 w 15155"/>
                <a:gd name="T63" fmla="*/ 3787 h 4678"/>
                <a:gd name="T64" fmla="*/ 12250 w 15155"/>
                <a:gd name="T65" fmla="*/ 3787 h 4678"/>
                <a:gd name="T66" fmla="*/ 8758 w 15155"/>
                <a:gd name="T67" fmla="*/ 1080 h 4678"/>
                <a:gd name="T68" fmla="*/ 8559 w 15155"/>
                <a:gd name="T69" fmla="*/ 1013 h 4678"/>
                <a:gd name="T70" fmla="*/ 9105 w 15155"/>
                <a:gd name="T71" fmla="*/ 2310 h 4678"/>
                <a:gd name="T72" fmla="*/ 9553 w 15155"/>
                <a:gd name="T73" fmla="*/ 626 h 4678"/>
                <a:gd name="T74" fmla="*/ 9293 w 15155"/>
                <a:gd name="T75" fmla="*/ 713 h 4678"/>
                <a:gd name="T76" fmla="*/ 8947 w 15155"/>
                <a:gd name="T77" fmla="*/ 843 h 4678"/>
                <a:gd name="T78" fmla="*/ 5105 w 15155"/>
                <a:gd name="T79" fmla="*/ 349 h 4678"/>
                <a:gd name="T80" fmla="*/ 3793 w 15155"/>
                <a:gd name="T81" fmla="*/ 882 h 4678"/>
                <a:gd name="T82" fmla="*/ 5848 w 15155"/>
                <a:gd name="T83" fmla="*/ 981 h 4678"/>
                <a:gd name="T84" fmla="*/ 6211 w 15155"/>
                <a:gd name="T85" fmla="*/ 1763 h 4678"/>
                <a:gd name="T86" fmla="*/ 6296 w 15155"/>
                <a:gd name="T87" fmla="*/ 601 h 4678"/>
                <a:gd name="T88" fmla="*/ 5638 w 15155"/>
                <a:gd name="T89" fmla="*/ 833 h 4678"/>
                <a:gd name="T90" fmla="*/ 4836 w 15155"/>
                <a:gd name="T91" fmla="*/ 625 h 4678"/>
                <a:gd name="T92" fmla="*/ 4778 w 15155"/>
                <a:gd name="T93" fmla="*/ 1676 h 4678"/>
                <a:gd name="T94" fmla="*/ 4692 w 15155"/>
                <a:gd name="T95" fmla="*/ 0 h 4678"/>
                <a:gd name="T96" fmla="*/ 3614 w 15155"/>
                <a:gd name="T97" fmla="*/ 221 h 4678"/>
                <a:gd name="T98" fmla="*/ 3236 w 15155"/>
                <a:gd name="T99" fmla="*/ 88 h 4678"/>
                <a:gd name="T100" fmla="*/ 3836 w 15155"/>
                <a:gd name="T101" fmla="*/ 1763 h 4678"/>
                <a:gd name="T102" fmla="*/ 7219 w 15155"/>
                <a:gd name="T103" fmla="*/ 683 h 4678"/>
                <a:gd name="T104" fmla="*/ 7226 w 15155"/>
                <a:gd name="T105" fmla="*/ 598 h 4678"/>
                <a:gd name="T106" fmla="*/ 6952 w 15155"/>
                <a:gd name="T107" fmla="*/ 1361 h 4678"/>
                <a:gd name="T108" fmla="*/ 7720 w 15155"/>
                <a:gd name="T109" fmla="*/ 1446 h 4678"/>
                <a:gd name="T110" fmla="*/ 3049 w 15155"/>
                <a:gd name="T111" fmla="*/ 753 h 4678"/>
                <a:gd name="T112" fmla="*/ 2703 w 15155"/>
                <a:gd name="T113" fmla="*/ 1584 h 4678"/>
                <a:gd name="T114" fmla="*/ 87 w 15155"/>
                <a:gd name="T115" fmla="*/ 88 h 4678"/>
                <a:gd name="T116" fmla="*/ 549 w 15155"/>
                <a:gd name="T117" fmla="*/ 1763 h 4678"/>
                <a:gd name="T118" fmla="*/ 1609 w 15155"/>
                <a:gd name="T119" fmla="*/ 259 h 4678"/>
                <a:gd name="T120" fmla="*/ 2069 w 15155"/>
                <a:gd name="T121" fmla="*/ 1676 h 4678"/>
                <a:gd name="T122" fmla="*/ 2070 w 15155"/>
                <a:gd name="T123" fmla="*/ 0 h 4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15155" h="4678">
                  <a:moveTo>
                    <a:pt x="4451" y="3751"/>
                  </a:moveTo>
                  <a:cubicBezTo>
                    <a:pt x="4549" y="3607"/>
                    <a:pt x="4604" y="3438"/>
                    <a:pt x="4609" y="3264"/>
                  </a:cubicBezTo>
                  <a:cubicBezTo>
                    <a:pt x="4611" y="3211"/>
                    <a:pt x="4732" y="3072"/>
                    <a:pt x="4766" y="3072"/>
                  </a:cubicBezTo>
                  <a:cubicBezTo>
                    <a:pt x="4834" y="3072"/>
                    <a:pt x="4834" y="3072"/>
                    <a:pt x="4834" y="3072"/>
                  </a:cubicBezTo>
                  <a:cubicBezTo>
                    <a:pt x="4834" y="2986"/>
                    <a:pt x="4834" y="2986"/>
                    <a:pt x="4834" y="2986"/>
                  </a:cubicBezTo>
                  <a:cubicBezTo>
                    <a:pt x="4209" y="2986"/>
                    <a:pt x="4209" y="2986"/>
                    <a:pt x="4209" y="2986"/>
                  </a:cubicBezTo>
                  <a:cubicBezTo>
                    <a:pt x="4209" y="3073"/>
                    <a:pt x="4209" y="3073"/>
                    <a:pt x="4209" y="3073"/>
                  </a:cubicBezTo>
                  <a:cubicBezTo>
                    <a:pt x="4380" y="3078"/>
                    <a:pt x="4487" y="3175"/>
                    <a:pt x="4487" y="3337"/>
                  </a:cubicBezTo>
                  <a:cubicBezTo>
                    <a:pt x="4487" y="3482"/>
                    <a:pt x="4463" y="3591"/>
                    <a:pt x="4395" y="3702"/>
                  </a:cubicBezTo>
                  <a:cubicBezTo>
                    <a:pt x="4155" y="3489"/>
                    <a:pt x="3882" y="3230"/>
                    <a:pt x="3654" y="2986"/>
                  </a:cubicBezTo>
                  <a:cubicBezTo>
                    <a:pt x="3501" y="2928"/>
                    <a:pt x="3404" y="2814"/>
                    <a:pt x="3404" y="2673"/>
                  </a:cubicBezTo>
                  <a:cubicBezTo>
                    <a:pt x="3404" y="2514"/>
                    <a:pt x="3518" y="2422"/>
                    <a:pt x="3707" y="2422"/>
                  </a:cubicBezTo>
                  <a:cubicBezTo>
                    <a:pt x="3942" y="2422"/>
                    <a:pt x="4116" y="2659"/>
                    <a:pt x="4116" y="2777"/>
                  </a:cubicBezTo>
                  <a:cubicBezTo>
                    <a:pt x="4191" y="2777"/>
                    <a:pt x="4191" y="2777"/>
                    <a:pt x="4191" y="2777"/>
                  </a:cubicBezTo>
                  <a:cubicBezTo>
                    <a:pt x="4191" y="2362"/>
                    <a:pt x="4191" y="2362"/>
                    <a:pt x="4191" y="2362"/>
                  </a:cubicBezTo>
                  <a:cubicBezTo>
                    <a:pt x="4116" y="2362"/>
                    <a:pt x="4116" y="2362"/>
                    <a:pt x="4116" y="2362"/>
                  </a:cubicBezTo>
                  <a:cubicBezTo>
                    <a:pt x="4097" y="2391"/>
                    <a:pt x="4074" y="2393"/>
                    <a:pt x="4034" y="2393"/>
                  </a:cubicBezTo>
                  <a:cubicBezTo>
                    <a:pt x="3959" y="2393"/>
                    <a:pt x="3874" y="2340"/>
                    <a:pt x="3712" y="2340"/>
                  </a:cubicBezTo>
                  <a:cubicBezTo>
                    <a:pt x="3453" y="2340"/>
                    <a:pt x="3288" y="2480"/>
                    <a:pt x="3288" y="2732"/>
                  </a:cubicBezTo>
                  <a:cubicBezTo>
                    <a:pt x="3288" y="2887"/>
                    <a:pt x="3346" y="2991"/>
                    <a:pt x="3431" y="3100"/>
                  </a:cubicBezTo>
                  <a:cubicBezTo>
                    <a:pt x="3253" y="3219"/>
                    <a:pt x="3146" y="3420"/>
                    <a:pt x="3148" y="3634"/>
                  </a:cubicBezTo>
                  <a:cubicBezTo>
                    <a:pt x="3148" y="3944"/>
                    <a:pt x="3421" y="4155"/>
                    <a:pt x="3707" y="4155"/>
                  </a:cubicBezTo>
                  <a:cubicBezTo>
                    <a:pt x="3966" y="4155"/>
                    <a:pt x="4145" y="4080"/>
                    <a:pt x="4286" y="3944"/>
                  </a:cubicBezTo>
                  <a:cubicBezTo>
                    <a:pt x="4431" y="4078"/>
                    <a:pt x="4552" y="4124"/>
                    <a:pt x="4724" y="4124"/>
                  </a:cubicBezTo>
                  <a:cubicBezTo>
                    <a:pt x="4913" y="4124"/>
                    <a:pt x="4913" y="4124"/>
                    <a:pt x="4913" y="4124"/>
                  </a:cubicBezTo>
                  <a:cubicBezTo>
                    <a:pt x="4913" y="4036"/>
                    <a:pt x="4913" y="4036"/>
                    <a:pt x="4913" y="4036"/>
                  </a:cubicBezTo>
                  <a:cubicBezTo>
                    <a:pt x="4809" y="4036"/>
                    <a:pt x="4809" y="4036"/>
                    <a:pt x="4809" y="4036"/>
                  </a:cubicBezTo>
                  <a:cubicBezTo>
                    <a:pt x="4685" y="3947"/>
                    <a:pt x="4565" y="3852"/>
                    <a:pt x="4451" y="3751"/>
                  </a:cubicBezTo>
                  <a:close/>
                  <a:moveTo>
                    <a:pt x="3851" y="4015"/>
                  </a:moveTo>
                  <a:cubicBezTo>
                    <a:pt x="3599" y="4015"/>
                    <a:pt x="3330" y="3772"/>
                    <a:pt x="3330" y="3521"/>
                  </a:cubicBezTo>
                  <a:cubicBezTo>
                    <a:pt x="3330" y="3339"/>
                    <a:pt x="3378" y="3243"/>
                    <a:pt x="3470" y="3148"/>
                  </a:cubicBezTo>
                  <a:cubicBezTo>
                    <a:pt x="3707" y="3414"/>
                    <a:pt x="3962" y="3664"/>
                    <a:pt x="4233" y="3896"/>
                  </a:cubicBezTo>
                  <a:cubicBezTo>
                    <a:pt x="4134" y="3971"/>
                    <a:pt x="4008" y="4015"/>
                    <a:pt x="3851" y="4015"/>
                  </a:cubicBezTo>
                  <a:close/>
                  <a:moveTo>
                    <a:pt x="6279" y="4007"/>
                  </a:moveTo>
                  <a:cubicBezTo>
                    <a:pt x="5920" y="4007"/>
                    <a:pt x="5707" y="3758"/>
                    <a:pt x="5678" y="3450"/>
                  </a:cubicBezTo>
                  <a:cubicBezTo>
                    <a:pt x="5664" y="3301"/>
                    <a:pt x="5663" y="3151"/>
                    <a:pt x="5673" y="3002"/>
                  </a:cubicBezTo>
                  <a:cubicBezTo>
                    <a:pt x="5705" y="2605"/>
                    <a:pt x="5887" y="2435"/>
                    <a:pt x="6192" y="2435"/>
                  </a:cubicBezTo>
                  <a:cubicBezTo>
                    <a:pt x="6523" y="2435"/>
                    <a:pt x="6726" y="2803"/>
                    <a:pt x="6726" y="2985"/>
                  </a:cubicBezTo>
                  <a:cubicBezTo>
                    <a:pt x="6801" y="2985"/>
                    <a:pt x="6801" y="2985"/>
                    <a:pt x="6801" y="2985"/>
                  </a:cubicBezTo>
                  <a:cubicBezTo>
                    <a:pt x="6801" y="2362"/>
                    <a:pt x="6801" y="2362"/>
                    <a:pt x="6801" y="2362"/>
                  </a:cubicBezTo>
                  <a:cubicBezTo>
                    <a:pt x="6736" y="2362"/>
                    <a:pt x="6736" y="2362"/>
                    <a:pt x="6736" y="2362"/>
                  </a:cubicBezTo>
                  <a:cubicBezTo>
                    <a:pt x="6709" y="2393"/>
                    <a:pt x="6683" y="2408"/>
                    <a:pt x="6627" y="2408"/>
                  </a:cubicBezTo>
                  <a:cubicBezTo>
                    <a:pt x="6489" y="2408"/>
                    <a:pt x="6370" y="2330"/>
                    <a:pt x="6181" y="2330"/>
                  </a:cubicBezTo>
                  <a:cubicBezTo>
                    <a:pt x="5687" y="2330"/>
                    <a:pt x="5392" y="2732"/>
                    <a:pt x="5392" y="3236"/>
                  </a:cubicBezTo>
                  <a:cubicBezTo>
                    <a:pt x="5392" y="3740"/>
                    <a:pt x="5719" y="4156"/>
                    <a:pt x="6225" y="4156"/>
                  </a:cubicBezTo>
                  <a:cubicBezTo>
                    <a:pt x="6577" y="4156"/>
                    <a:pt x="6824" y="3967"/>
                    <a:pt x="6937" y="3652"/>
                  </a:cubicBezTo>
                  <a:cubicBezTo>
                    <a:pt x="6845" y="3652"/>
                    <a:pt x="6845" y="3652"/>
                    <a:pt x="6845" y="3652"/>
                  </a:cubicBezTo>
                  <a:cubicBezTo>
                    <a:pt x="6731" y="3884"/>
                    <a:pt x="6583" y="4007"/>
                    <a:pt x="6279" y="4007"/>
                  </a:cubicBezTo>
                  <a:close/>
                  <a:moveTo>
                    <a:pt x="11018" y="2957"/>
                  </a:moveTo>
                  <a:cubicBezTo>
                    <a:pt x="10830" y="2957"/>
                    <a:pt x="10704" y="3037"/>
                    <a:pt x="10605" y="3221"/>
                  </a:cubicBezTo>
                  <a:cubicBezTo>
                    <a:pt x="10566" y="2986"/>
                    <a:pt x="10566" y="2986"/>
                    <a:pt x="10566" y="2986"/>
                  </a:cubicBezTo>
                  <a:cubicBezTo>
                    <a:pt x="10195" y="2986"/>
                    <a:pt x="10195" y="2986"/>
                    <a:pt x="10195" y="2986"/>
                  </a:cubicBezTo>
                  <a:cubicBezTo>
                    <a:pt x="10195" y="3073"/>
                    <a:pt x="10195" y="3073"/>
                    <a:pt x="10195" y="3073"/>
                  </a:cubicBezTo>
                  <a:cubicBezTo>
                    <a:pt x="10270" y="3073"/>
                    <a:pt x="10270" y="3073"/>
                    <a:pt x="10270" y="3073"/>
                  </a:cubicBezTo>
                  <a:cubicBezTo>
                    <a:pt x="10304" y="3073"/>
                    <a:pt x="10391" y="3158"/>
                    <a:pt x="10391" y="3194"/>
                  </a:cubicBezTo>
                  <a:cubicBezTo>
                    <a:pt x="10391" y="4470"/>
                    <a:pt x="10391" y="4470"/>
                    <a:pt x="10391" y="4470"/>
                  </a:cubicBezTo>
                  <a:cubicBezTo>
                    <a:pt x="10391" y="4508"/>
                    <a:pt x="10304" y="4591"/>
                    <a:pt x="10270" y="4591"/>
                  </a:cubicBezTo>
                  <a:cubicBezTo>
                    <a:pt x="10195" y="4591"/>
                    <a:pt x="10195" y="4591"/>
                    <a:pt x="10195" y="4591"/>
                  </a:cubicBezTo>
                  <a:cubicBezTo>
                    <a:pt x="10195" y="4678"/>
                    <a:pt x="10195" y="4678"/>
                    <a:pt x="10195" y="4678"/>
                  </a:cubicBezTo>
                  <a:cubicBezTo>
                    <a:pt x="10801" y="4678"/>
                    <a:pt x="10801" y="4678"/>
                    <a:pt x="10801" y="4678"/>
                  </a:cubicBezTo>
                  <a:cubicBezTo>
                    <a:pt x="10801" y="4591"/>
                    <a:pt x="10801" y="4591"/>
                    <a:pt x="10801" y="4591"/>
                  </a:cubicBezTo>
                  <a:cubicBezTo>
                    <a:pt x="10726" y="4591"/>
                    <a:pt x="10726" y="4591"/>
                    <a:pt x="10726" y="4591"/>
                  </a:cubicBezTo>
                  <a:cubicBezTo>
                    <a:pt x="10694" y="4591"/>
                    <a:pt x="10605" y="4508"/>
                    <a:pt x="10605" y="4470"/>
                  </a:cubicBezTo>
                  <a:cubicBezTo>
                    <a:pt x="10605" y="3922"/>
                    <a:pt x="10605" y="3922"/>
                    <a:pt x="10605" y="3922"/>
                  </a:cubicBezTo>
                  <a:cubicBezTo>
                    <a:pt x="10687" y="4070"/>
                    <a:pt x="10793" y="4147"/>
                    <a:pt x="10994" y="4147"/>
                  </a:cubicBezTo>
                  <a:cubicBezTo>
                    <a:pt x="11272" y="4147"/>
                    <a:pt x="11466" y="3888"/>
                    <a:pt x="11466" y="3537"/>
                  </a:cubicBezTo>
                  <a:cubicBezTo>
                    <a:pt x="11466" y="3186"/>
                    <a:pt x="11297" y="2957"/>
                    <a:pt x="11018" y="2957"/>
                  </a:cubicBezTo>
                  <a:close/>
                  <a:moveTo>
                    <a:pt x="11246" y="3722"/>
                  </a:moveTo>
                  <a:cubicBezTo>
                    <a:pt x="11222" y="3903"/>
                    <a:pt x="11130" y="4027"/>
                    <a:pt x="10934" y="4027"/>
                  </a:cubicBezTo>
                  <a:cubicBezTo>
                    <a:pt x="10753" y="4029"/>
                    <a:pt x="10604" y="3884"/>
                    <a:pt x="10602" y="3703"/>
                  </a:cubicBezTo>
                  <a:cubicBezTo>
                    <a:pt x="10602" y="3701"/>
                    <a:pt x="10602" y="3698"/>
                    <a:pt x="10602" y="3695"/>
                  </a:cubicBezTo>
                  <a:cubicBezTo>
                    <a:pt x="10602" y="3405"/>
                    <a:pt x="10602" y="3405"/>
                    <a:pt x="10602" y="3405"/>
                  </a:cubicBezTo>
                  <a:cubicBezTo>
                    <a:pt x="10658" y="3225"/>
                    <a:pt x="10767" y="3092"/>
                    <a:pt x="10961" y="3092"/>
                  </a:cubicBezTo>
                  <a:cubicBezTo>
                    <a:pt x="11125" y="3092"/>
                    <a:pt x="11224" y="3208"/>
                    <a:pt x="11249" y="3390"/>
                  </a:cubicBezTo>
                  <a:cubicBezTo>
                    <a:pt x="11262" y="3500"/>
                    <a:pt x="11261" y="3612"/>
                    <a:pt x="11246" y="3722"/>
                  </a:cubicBezTo>
                  <a:close/>
                  <a:moveTo>
                    <a:pt x="14693" y="2986"/>
                  </a:moveTo>
                  <a:cubicBezTo>
                    <a:pt x="14693" y="3073"/>
                    <a:pt x="14693" y="3073"/>
                    <a:pt x="14693" y="3073"/>
                  </a:cubicBezTo>
                  <a:cubicBezTo>
                    <a:pt x="14762" y="3073"/>
                    <a:pt x="14762" y="3073"/>
                    <a:pt x="14762" y="3073"/>
                  </a:cubicBezTo>
                  <a:cubicBezTo>
                    <a:pt x="14794" y="3073"/>
                    <a:pt x="14864" y="3153"/>
                    <a:pt x="14862" y="3199"/>
                  </a:cubicBezTo>
                  <a:cubicBezTo>
                    <a:pt x="14610" y="3758"/>
                    <a:pt x="14610" y="3758"/>
                    <a:pt x="14610" y="3758"/>
                  </a:cubicBezTo>
                  <a:cubicBezTo>
                    <a:pt x="14335" y="3196"/>
                    <a:pt x="14335" y="3196"/>
                    <a:pt x="14335" y="3196"/>
                  </a:cubicBezTo>
                  <a:cubicBezTo>
                    <a:pt x="14335" y="3154"/>
                    <a:pt x="14403" y="3073"/>
                    <a:pt x="14434" y="3073"/>
                  </a:cubicBezTo>
                  <a:cubicBezTo>
                    <a:pt x="14505" y="3073"/>
                    <a:pt x="14505" y="3073"/>
                    <a:pt x="14505" y="3073"/>
                  </a:cubicBezTo>
                  <a:cubicBezTo>
                    <a:pt x="14505" y="2986"/>
                    <a:pt x="14505" y="2986"/>
                    <a:pt x="14505" y="2986"/>
                  </a:cubicBezTo>
                  <a:cubicBezTo>
                    <a:pt x="13889" y="2986"/>
                    <a:pt x="13889" y="2986"/>
                    <a:pt x="13889" y="2986"/>
                  </a:cubicBezTo>
                  <a:cubicBezTo>
                    <a:pt x="13889" y="3073"/>
                    <a:pt x="13889" y="3073"/>
                    <a:pt x="13889" y="3073"/>
                  </a:cubicBezTo>
                  <a:cubicBezTo>
                    <a:pt x="13940" y="3073"/>
                    <a:pt x="13940" y="3073"/>
                    <a:pt x="13940" y="3073"/>
                  </a:cubicBezTo>
                  <a:cubicBezTo>
                    <a:pt x="13969" y="3073"/>
                    <a:pt x="14068" y="3167"/>
                    <a:pt x="14087" y="3204"/>
                  </a:cubicBezTo>
                  <a:cubicBezTo>
                    <a:pt x="14489" y="3995"/>
                    <a:pt x="14489" y="3995"/>
                    <a:pt x="14489" y="3995"/>
                  </a:cubicBezTo>
                  <a:cubicBezTo>
                    <a:pt x="14145" y="4620"/>
                    <a:pt x="14145" y="4620"/>
                    <a:pt x="14145" y="4620"/>
                  </a:cubicBezTo>
                  <a:cubicBezTo>
                    <a:pt x="14245" y="4671"/>
                    <a:pt x="14245" y="4671"/>
                    <a:pt x="14245" y="4671"/>
                  </a:cubicBezTo>
                  <a:cubicBezTo>
                    <a:pt x="14584" y="4030"/>
                    <a:pt x="14584" y="4030"/>
                    <a:pt x="14584" y="4030"/>
                  </a:cubicBezTo>
                  <a:cubicBezTo>
                    <a:pt x="14968" y="3199"/>
                    <a:pt x="14968" y="3199"/>
                    <a:pt x="14968" y="3199"/>
                  </a:cubicBezTo>
                  <a:cubicBezTo>
                    <a:pt x="14993" y="3161"/>
                    <a:pt x="15075" y="3073"/>
                    <a:pt x="15102" y="3073"/>
                  </a:cubicBezTo>
                  <a:cubicBezTo>
                    <a:pt x="15155" y="3073"/>
                    <a:pt x="15155" y="3073"/>
                    <a:pt x="15155" y="3073"/>
                  </a:cubicBezTo>
                  <a:cubicBezTo>
                    <a:pt x="15155" y="2986"/>
                    <a:pt x="15155" y="2986"/>
                    <a:pt x="15155" y="2986"/>
                  </a:cubicBezTo>
                  <a:lnTo>
                    <a:pt x="14693" y="2986"/>
                  </a:lnTo>
                  <a:close/>
                  <a:moveTo>
                    <a:pt x="9712" y="4037"/>
                  </a:moveTo>
                  <a:cubicBezTo>
                    <a:pt x="9647" y="4037"/>
                    <a:pt x="9647" y="4037"/>
                    <a:pt x="9647" y="4037"/>
                  </a:cubicBezTo>
                  <a:cubicBezTo>
                    <a:pt x="9647" y="4124"/>
                    <a:pt x="9647" y="4124"/>
                    <a:pt x="9647" y="4124"/>
                  </a:cubicBezTo>
                  <a:cubicBezTo>
                    <a:pt x="10231" y="4124"/>
                    <a:pt x="10231" y="4124"/>
                    <a:pt x="10231" y="4124"/>
                  </a:cubicBezTo>
                  <a:cubicBezTo>
                    <a:pt x="10231" y="4037"/>
                    <a:pt x="10231" y="4037"/>
                    <a:pt x="10231" y="4037"/>
                  </a:cubicBezTo>
                  <a:cubicBezTo>
                    <a:pt x="10165" y="4037"/>
                    <a:pt x="10165" y="4037"/>
                    <a:pt x="10165" y="4037"/>
                  </a:cubicBezTo>
                  <a:cubicBezTo>
                    <a:pt x="10131" y="4037"/>
                    <a:pt x="10044" y="3954"/>
                    <a:pt x="10044" y="3916"/>
                  </a:cubicBezTo>
                  <a:cubicBezTo>
                    <a:pt x="10044" y="3288"/>
                    <a:pt x="10044" y="3288"/>
                    <a:pt x="10044" y="3288"/>
                  </a:cubicBezTo>
                  <a:cubicBezTo>
                    <a:pt x="10044" y="3080"/>
                    <a:pt x="9904" y="2964"/>
                    <a:pt x="9732" y="2964"/>
                  </a:cubicBezTo>
                  <a:cubicBezTo>
                    <a:pt x="9538" y="2964"/>
                    <a:pt x="9448" y="3066"/>
                    <a:pt x="9308" y="3204"/>
                  </a:cubicBezTo>
                  <a:cubicBezTo>
                    <a:pt x="9287" y="3044"/>
                    <a:pt x="9158" y="2961"/>
                    <a:pt x="9005" y="2961"/>
                  </a:cubicBezTo>
                  <a:cubicBezTo>
                    <a:pt x="8804" y="2961"/>
                    <a:pt x="8720" y="3068"/>
                    <a:pt x="8589" y="3206"/>
                  </a:cubicBezTo>
                  <a:cubicBezTo>
                    <a:pt x="8544" y="2986"/>
                    <a:pt x="8544" y="2986"/>
                    <a:pt x="8544" y="2986"/>
                  </a:cubicBezTo>
                  <a:cubicBezTo>
                    <a:pt x="8192" y="2986"/>
                    <a:pt x="8192" y="2986"/>
                    <a:pt x="8192" y="2986"/>
                  </a:cubicBezTo>
                  <a:cubicBezTo>
                    <a:pt x="8192" y="3073"/>
                    <a:pt x="8192" y="3073"/>
                    <a:pt x="8192" y="3073"/>
                  </a:cubicBezTo>
                  <a:cubicBezTo>
                    <a:pt x="8257" y="3073"/>
                    <a:pt x="8257" y="3073"/>
                    <a:pt x="8257" y="3073"/>
                  </a:cubicBezTo>
                  <a:cubicBezTo>
                    <a:pt x="8291" y="3073"/>
                    <a:pt x="8378" y="3158"/>
                    <a:pt x="8378" y="3194"/>
                  </a:cubicBezTo>
                  <a:cubicBezTo>
                    <a:pt x="8378" y="3916"/>
                    <a:pt x="8378" y="3916"/>
                    <a:pt x="8378" y="3916"/>
                  </a:cubicBezTo>
                  <a:cubicBezTo>
                    <a:pt x="8378" y="3954"/>
                    <a:pt x="8291" y="4037"/>
                    <a:pt x="8257" y="4037"/>
                  </a:cubicBezTo>
                  <a:cubicBezTo>
                    <a:pt x="8192" y="4037"/>
                    <a:pt x="8192" y="4037"/>
                    <a:pt x="8192" y="4037"/>
                  </a:cubicBezTo>
                  <a:cubicBezTo>
                    <a:pt x="8192" y="4124"/>
                    <a:pt x="8192" y="4124"/>
                    <a:pt x="8192" y="4124"/>
                  </a:cubicBezTo>
                  <a:cubicBezTo>
                    <a:pt x="8775" y="4124"/>
                    <a:pt x="8775" y="4124"/>
                    <a:pt x="8775" y="4124"/>
                  </a:cubicBezTo>
                  <a:cubicBezTo>
                    <a:pt x="8775" y="4037"/>
                    <a:pt x="8775" y="4037"/>
                    <a:pt x="8775" y="4037"/>
                  </a:cubicBezTo>
                  <a:cubicBezTo>
                    <a:pt x="8710" y="4037"/>
                    <a:pt x="8710" y="4037"/>
                    <a:pt x="8710" y="4037"/>
                  </a:cubicBezTo>
                  <a:cubicBezTo>
                    <a:pt x="8676" y="4037"/>
                    <a:pt x="8589" y="3954"/>
                    <a:pt x="8589" y="3916"/>
                  </a:cubicBezTo>
                  <a:cubicBezTo>
                    <a:pt x="8589" y="3330"/>
                    <a:pt x="8589" y="3330"/>
                    <a:pt x="8589" y="3330"/>
                  </a:cubicBezTo>
                  <a:cubicBezTo>
                    <a:pt x="8589" y="3252"/>
                    <a:pt x="8775" y="3099"/>
                    <a:pt x="8925" y="3099"/>
                  </a:cubicBezTo>
                  <a:cubicBezTo>
                    <a:pt x="9049" y="3099"/>
                    <a:pt x="9107" y="3177"/>
                    <a:pt x="9107" y="3288"/>
                  </a:cubicBezTo>
                  <a:cubicBezTo>
                    <a:pt x="9107" y="3916"/>
                    <a:pt x="9107" y="3916"/>
                    <a:pt x="9107" y="3916"/>
                  </a:cubicBezTo>
                  <a:cubicBezTo>
                    <a:pt x="9107" y="3954"/>
                    <a:pt x="9020" y="4037"/>
                    <a:pt x="8986" y="4037"/>
                  </a:cubicBezTo>
                  <a:cubicBezTo>
                    <a:pt x="8921" y="4037"/>
                    <a:pt x="8921" y="4037"/>
                    <a:pt x="8921" y="4037"/>
                  </a:cubicBezTo>
                  <a:cubicBezTo>
                    <a:pt x="8921" y="4124"/>
                    <a:pt x="8921" y="4124"/>
                    <a:pt x="8921" y="4124"/>
                  </a:cubicBezTo>
                  <a:cubicBezTo>
                    <a:pt x="9504" y="4124"/>
                    <a:pt x="9504" y="4124"/>
                    <a:pt x="9504" y="4124"/>
                  </a:cubicBezTo>
                  <a:cubicBezTo>
                    <a:pt x="9504" y="4037"/>
                    <a:pt x="9504" y="4037"/>
                    <a:pt x="9504" y="4037"/>
                  </a:cubicBezTo>
                  <a:cubicBezTo>
                    <a:pt x="9439" y="4037"/>
                    <a:pt x="9439" y="4037"/>
                    <a:pt x="9439" y="4037"/>
                  </a:cubicBezTo>
                  <a:cubicBezTo>
                    <a:pt x="9405" y="4037"/>
                    <a:pt x="9318" y="3954"/>
                    <a:pt x="9318" y="3916"/>
                  </a:cubicBezTo>
                  <a:cubicBezTo>
                    <a:pt x="9318" y="3323"/>
                    <a:pt x="9318" y="3323"/>
                    <a:pt x="9318" y="3323"/>
                  </a:cubicBezTo>
                  <a:cubicBezTo>
                    <a:pt x="9318" y="3246"/>
                    <a:pt x="9504" y="3101"/>
                    <a:pt x="9654" y="3101"/>
                  </a:cubicBezTo>
                  <a:cubicBezTo>
                    <a:pt x="9778" y="3101"/>
                    <a:pt x="9833" y="3178"/>
                    <a:pt x="9833" y="3289"/>
                  </a:cubicBezTo>
                  <a:cubicBezTo>
                    <a:pt x="9833" y="3917"/>
                    <a:pt x="9833" y="3917"/>
                    <a:pt x="9833" y="3917"/>
                  </a:cubicBezTo>
                  <a:cubicBezTo>
                    <a:pt x="9833" y="3954"/>
                    <a:pt x="9746" y="4037"/>
                    <a:pt x="9712" y="4037"/>
                  </a:cubicBezTo>
                  <a:close/>
                  <a:moveTo>
                    <a:pt x="7623" y="2957"/>
                  </a:moveTo>
                  <a:cubicBezTo>
                    <a:pt x="7320" y="2957"/>
                    <a:pt x="7051" y="3184"/>
                    <a:pt x="7051" y="3555"/>
                  </a:cubicBezTo>
                  <a:cubicBezTo>
                    <a:pt x="7051" y="3926"/>
                    <a:pt x="7320" y="4156"/>
                    <a:pt x="7623" y="4156"/>
                  </a:cubicBezTo>
                  <a:cubicBezTo>
                    <a:pt x="7925" y="4156"/>
                    <a:pt x="8192" y="3926"/>
                    <a:pt x="8192" y="3555"/>
                  </a:cubicBezTo>
                  <a:cubicBezTo>
                    <a:pt x="8192" y="3185"/>
                    <a:pt x="7925" y="2957"/>
                    <a:pt x="7623" y="2957"/>
                  </a:cubicBezTo>
                  <a:close/>
                  <a:moveTo>
                    <a:pt x="7962" y="3741"/>
                  </a:moveTo>
                  <a:cubicBezTo>
                    <a:pt x="7940" y="3920"/>
                    <a:pt x="7841" y="4044"/>
                    <a:pt x="7625" y="4044"/>
                  </a:cubicBezTo>
                  <a:cubicBezTo>
                    <a:pt x="7415" y="4044"/>
                    <a:pt x="7315" y="3916"/>
                    <a:pt x="7289" y="3739"/>
                  </a:cubicBezTo>
                  <a:cubicBezTo>
                    <a:pt x="7272" y="3613"/>
                    <a:pt x="7272" y="3485"/>
                    <a:pt x="7289" y="3359"/>
                  </a:cubicBezTo>
                  <a:cubicBezTo>
                    <a:pt x="7315" y="3177"/>
                    <a:pt x="7420" y="3056"/>
                    <a:pt x="7625" y="3056"/>
                  </a:cubicBezTo>
                  <a:cubicBezTo>
                    <a:pt x="7839" y="3056"/>
                    <a:pt x="7940" y="3177"/>
                    <a:pt x="7962" y="3361"/>
                  </a:cubicBezTo>
                  <a:cubicBezTo>
                    <a:pt x="7976" y="3487"/>
                    <a:pt x="7976" y="3615"/>
                    <a:pt x="7962" y="3741"/>
                  </a:cubicBezTo>
                  <a:close/>
                  <a:moveTo>
                    <a:pt x="13826" y="3916"/>
                  </a:moveTo>
                  <a:cubicBezTo>
                    <a:pt x="13826" y="3288"/>
                    <a:pt x="13826" y="3288"/>
                    <a:pt x="13826" y="3288"/>
                  </a:cubicBezTo>
                  <a:cubicBezTo>
                    <a:pt x="13826" y="3092"/>
                    <a:pt x="13685" y="2961"/>
                    <a:pt x="13509" y="2961"/>
                  </a:cubicBezTo>
                  <a:cubicBezTo>
                    <a:pt x="13303" y="2961"/>
                    <a:pt x="13196" y="3080"/>
                    <a:pt x="13058" y="3221"/>
                  </a:cubicBezTo>
                  <a:cubicBezTo>
                    <a:pt x="13016" y="2986"/>
                    <a:pt x="13016" y="2986"/>
                    <a:pt x="13016" y="2986"/>
                  </a:cubicBezTo>
                  <a:cubicBezTo>
                    <a:pt x="12654" y="2986"/>
                    <a:pt x="12654" y="2986"/>
                    <a:pt x="12654" y="2986"/>
                  </a:cubicBezTo>
                  <a:cubicBezTo>
                    <a:pt x="12654" y="3073"/>
                    <a:pt x="12654" y="3073"/>
                    <a:pt x="12654" y="3073"/>
                  </a:cubicBezTo>
                  <a:cubicBezTo>
                    <a:pt x="12724" y="3073"/>
                    <a:pt x="12724" y="3073"/>
                    <a:pt x="12724" y="3073"/>
                  </a:cubicBezTo>
                  <a:cubicBezTo>
                    <a:pt x="12758" y="3073"/>
                    <a:pt x="12850" y="3158"/>
                    <a:pt x="12850" y="3194"/>
                  </a:cubicBezTo>
                  <a:cubicBezTo>
                    <a:pt x="12850" y="3915"/>
                    <a:pt x="12850" y="3915"/>
                    <a:pt x="12850" y="3915"/>
                  </a:cubicBezTo>
                  <a:cubicBezTo>
                    <a:pt x="12850" y="3954"/>
                    <a:pt x="12758" y="4036"/>
                    <a:pt x="12724" y="4036"/>
                  </a:cubicBezTo>
                  <a:cubicBezTo>
                    <a:pt x="12586" y="4036"/>
                    <a:pt x="12586" y="4036"/>
                    <a:pt x="12586" y="4036"/>
                  </a:cubicBezTo>
                  <a:cubicBezTo>
                    <a:pt x="12555" y="4036"/>
                    <a:pt x="12460" y="3954"/>
                    <a:pt x="12460" y="3915"/>
                  </a:cubicBezTo>
                  <a:cubicBezTo>
                    <a:pt x="12460" y="3302"/>
                    <a:pt x="12460" y="3302"/>
                    <a:pt x="12460" y="3302"/>
                  </a:cubicBezTo>
                  <a:cubicBezTo>
                    <a:pt x="12460" y="3077"/>
                    <a:pt x="12267" y="2956"/>
                    <a:pt x="12020" y="2956"/>
                  </a:cubicBezTo>
                  <a:cubicBezTo>
                    <a:pt x="11787" y="2956"/>
                    <a:pt x="11639" y="3041"/>
                    <a:pt x="11545" y="3138"/>
                  </a:cubicBezTo>
                  <a:cubicBezTo>
                    <a:pt x="11698" y="3367"/>
                    <a:pt x="11698" y="3367"/>
                    <a:pt x="11698" y="3367"/>
                  </a:cubicBezTo>
                  <a:cubicBezTo>
                    <a:pt x="11780" y="3367"/>
                    <a:pt x="11780" y="3367"/>
                    <a:pt x="11780" y="3367"/>
                  </a:cubicBezTo>
                  <a:cubicBezTo>
                    <a:pt x="11695" y="3171"/>
                    <a:pt x="11773" y="3041"/>
                    <a:pt x="11969" y="3041"/>
                  </a:cubicBezTo>
                  <a:cubicBezTo>
                    <a:pt x="12175" y="3041"/>
                    <a:pt x="12252" y="3138"/>
                    <a:pt x="12250" y="3300"/>
                  </a:cubicBezTo>
                  <a:cubicBezTo>
                    <a:pt x="12247" y="3435"/>
                    <a:pt x="12247" y="3435"/>
                    <a:pt x="12247" y="3435"/>
                  </a:cubicBezTo>
                  <a:cubicBezTo>
                    <a:pt x="11952" y="3496"/>
                    <a:pt x="11952" y="3496"/>
                    <a:pt x="11952" y="3496"/>
                  </a:cubicBezTo>
                  <a:cubicBezTo>
                    <a:pt x="11790" y="3531"/>
                    <a:pt x="11578" y="3608"/>
                    <a:pt x="11578" y="3836"/>
                  </a:cubicBezTo>
                  <a:cubicBezTo>
                    <a:pt x="11578" y="4023"/>
                    <a:pt x="11714" y="4146"/>
                    <a:pt x="11871" y="4146"/>
                  </a:cubicBezTo>
                  <a:cubicBezTo>
                    <a:pt x="12041" y="4146"/>
                    <a:pt x="12162" y="4008"/>
                    <a:pt x="12254" y="3890"/>
                  </a:cubicBezTo>
                  <a:cubicBezTo>
                    <a:pt x="12283" y="4125"/>
                    <a:pt x="12283" y="4125"/>
                    <a:pt x="12283" y="4125"/>
                  </a:cubicBezTo>
                  <a:cubicBezTo>
                    <a:pt x="13251" y="4125"/>
                    <a:pt x="13251" y="4125"/>
                    <a:pt x="13251" y="4125"/>
                  </a:cubicBezTo>
                  <a:cubicBezTo>
                    <a:pt x="13251" y="4038"/>
                    <a:pt x="13251" y="4038"/>
                    <a:pt x="13251" y="4038"/>
                  </a:cubicBezTo>
                  <a:cubicBezTo>
                    <a:pt x="13186" y="4038"/>
                    <a:pt x="13186" y="4038"/>
                    <a:pt x="13186" y="4038"/>
                  </a:cubicBezTo>
                  <a:cubicBezTo>
                    <a:pt x="13152" y="4038"/>
                    <a:pt x="13060" y="3955"/>
                    <a:pt x="13060" y="3917"/>
                  </a:cubicBezTo>
                  <a:cubicBezTo>
                    <a:pt x="13060" y="3342"/>
                    <a:pt x="13060" y="3342"/>
                    <a:pt x="13060" y="3342"/>
                  </a:cubicBezTo>
                  <a:cubicBezTo>
                    <a:pt x="13060" y="3264"/>
                    <a:pt x="13271" y="3104"/>
                    <a:pt x="13433" y="3104"/>
                  </a:cubicBezTo>
                  <a:cubicBezTo>
                    <a:pt x="13557" y="3104"/>
                    <a:pt x="13615" y="3190"/>
                    <a:pt x="13615" y="3301"/>
                  </a:cubicBezTo>
                  <a:cubicBezTo>
                    <a:pt x="13615" y="3916"/>
                    <a:pt x="13615" y="3916"/>
                    <a:pt x="13615" y="3916"/>
                  </a:cubicBezTo>
                  <a:cubicBezTo>
                    <a:pt x="13615" y="3954"/>
                    <a:pt x="13523" y="4037"/>
                    <a:pt x="13489" y="4037"/>
                  </a:cubicBezTo>
                  <a:cubicBezTo>
                    <a:pt x="13423" y="4037"/>
                    <a:pt x="13423" y="4037"/>
                    <a:pt x="13423" y="4037"/>
                  </a:cubicBezTo>
                  <a:cubicBezTo>
                    <a:pt x="13423" y="4124"/>
                    <a:pt x="13423" y="4124"/>
                    <a:pt x="13423" y="4124"/>
                  </a:cubicBezTo>
                  <a:cubicBezTo>
                    <a:pt x="14022" y="4124"/>
                    <a:pt x="14022" y="4124"/>
                    <a:pt x="14022" y="4124"/>
                  </a:cubicBezTo>
                  <a:cubicBezTo>
                    <a:pt x="14022" y="4037"/>
                    <a:pt x="14022" y="4037"/>
                    <a:pt x="14022" y="4037"/>
                  </a:cubicBezTo>
                  <a:cubicBezTo>
                    <a:pt x="13952" y="4037"/>
                    <a:pt x="13952" y="4037"/>
                    <a:pt x="13952" y="4037"/>
                  </a:cubicBezTo>
                  <a:cubicBezTo>
                    <a:pt x="13918" y="4037"/>
                    <a:pt x="13826" y="3954"/>
                    <a:pt x="13826" y="3916"/>
                  </a:cubicBezTo>
                  <a:close/>
                  <a:moveTo>
                    <a:pt x="12250" y="3787"/>
                  </a:moveTo>
                  <a:cubicBezTo>
                    <a:pt x="12201" y="3873"/>
                    <a:pt x="12080" y="3988"/>
                    <a:pt x="11969" y="3988"/>
                  </a:cubicBezTo>
                  <a:cubicBezTo>
                    <a:pt x="11872" y="3993"/>
                    <a:pt x="11789" y="3918"/>
                    <a:pt x="11785" y="3820"/>
                  </a:cubicBezTo>
                  <a:cubicBezTo>
                    <a:pt x="11785" y="3816"/>
                    <a:pt x="11785" y="3811"/>
                    <a:pt x="11785" y="3807"/>
                  </a:cubicBezTo>
                  <a:cubicBezTo>
                    <a:pt x="11785" y="3693"/>
                    <a:pt x="11833" y="3618"/>
                    <a:pt x="11977" y="3582"/>
                  </a:cubicBezTo>
                  <a:cubicBezTo>
                    <a:pt x="12251" y="3511"/>
                    <a:pt x="12251" y="3511"/>
                    <a:pt x="12251" y="3511"/>
                  </a:cubicBezTo>
                  <a:lnTo>
                    <a:pt x="12250" y="3787"/>
                  </a:lnTo>
                  <a:close/>
                  <a:moveTo>
                    <a:pt x="8336" y="1790"/>
                  </a:moveTo>
                  <a:cubicBezTo>
                    <a:pt x="8617" y="1790"/>
                    <a:pt x="8765" y="1637"/>
                    <a:pt x="8840" y="1388"/>
                  </a:cubicBezTo>
                  <a:cubicBezTo>
                    <a:pt x="8769" y="1388"/>
                    <a:pt x="8769" y="1388"/>
                    <a:pt x="8769" y="1388"/>
                  </a:cubicBezTo>
                  <a:cubicBezTo>
                    <a:pt x="8697" y="1519"/>
                    <a:pt x="8605" y="1584"/>
                    <a:pt x="8411" y="1584"/>
                  </a:cubicBezTo>
                  <a:cubicBezTo>
                    <a:pt x="8152" y="1584"/>
                    <a:pt x="8002" y="1349"/>
                    <a:pt x="7997" y="1141"/>
                  </a:cubicBezTo>
                  <a:cubicBezTo>
                    <a:pt x="8758" y="1080"/>
                    <a:pt x="8758" y="1080"/>
                    <a:pt x="8758" y="1080"/>
                  </a:cubicBezTo>
                  <a:cubicBezTo>
                    <a:pt x="8753" y="997"/>
                    <a:pt x="8753" y="997"/>
                    <a:pt x="8753" y="997"/>
                  </a:cubicBezTo>
                  <a:cubicBezTo>
                    <a:pt x="8740" y="774"/>
                    <a:pt x="8595" y="600"/>
                    <a:pt x="8336" y="598"/>
                  </a:cubicBezTo>
                  <a:cubicBezTo>
                    <a:pt x="8041" y="595"/>
                    <a:pt x="7811" y="857"/>
                    <a:pt x="7811" y="1196"/>
                  </a:cubicBezTo>
                  <a:cubicBezTo>
                    <a:pt x="7811" y="1519"/>
                    <a:pt x="8033" y="1790"/>
                    <a:pt x="8336" y="1790"/>
                  </a:cubicBezTo>
                  <a:close/>
                  <a:moveTo>
                    <a:pt x="8331" y="686"/>
                  </a:moveTo>
                  <a:cubicBezTo>
                    <a:pt x="8554" y="686"/>
                    <a:pt x="8578" y="850"/>
                    <a:pt x="8559" y="1013"/>
                  </a:cubicBezTo>
                  <a:cubicBezTo>
                    <a:pt x="7990" y="1061"/>
                    <a:pt x="7990" y="1061"/>
                    <a:pt x="7990" y="1061"/>
                  </a:cubicBezTo>
                  <a:cubicBezTo>
                    <a:pt x="7997" y="882"/>
                    <a:pt x="8094" y="686"/>
                    <a:pt x="8331" y="686"/>
                  </a:cubicBezTo>
                  <a:close/>
                  <a:moveTo>
                    <a:pt x="8947" y="843"/>
                  </a:moveTo>
                  <a:cubicBezTo>
                    <a:pt x="9349" y="1635"/>
                    <a:pt x="9349" y="1635"/>
                    <a:pt x="9349" y="1635"/>
                  </a:cubicBezTo>
                  <a:cubicBezTo>
                    <a:pt x="9005" y="2259"/>
                    <a:pt x="9005" y="2259"/>
                    <a:pt x="9005" y="2259"/>
                  </a:cubicBezTo>
                  <a:cubicBezTo>
                    <a:pt x="9105" y="2310"/>
                    <a:pt x="9105" y="2310"/>
                    <a:pt x="9105" y="2310"/>
                  </a:cubicBezTo>
                  <a:cubicBezTo>
                    <a:pt x="9444" y="1669"/>
                    <a:pt x="9444" y="1669"/>
                    <a:pt x="9444" y="1669"/>
                  </a:cubicBezTo>
                  <a:cubicBezTo>
                    <a:pt x="9828" y="839"/>
                    <a:pt x="9828" y="839"/>
                    <a:pt x="9828" y="839"/>
                  </a:cubicBezTo>
                  <a:cubicBezTo>
                    <a:pt x="9853" y="800"/>
                    <a:pt x="9935" y="713"/>
                    <a:pt x="9962" y="713"/>
                  </a:cubicBezTo>
                  <a:cubicBezTo>
                    <a:pt x="10015" y="713"/>
                    <a:pt x="10015" y="713"/>
                    <a:pt x="10015" y="713"/>
                  </a:cubicBezTo>
                  <a:cubicBezTo>
                    <a:pt x="10015" y="626"/>
                    <a:pt x="10015" y="626"/>
                    <a:pt x="10015" y="626"/>
                  </a:cubicBezTo>
                  <a:cubicBezTo>
                    <a:pt x="9553" y="626"/>
                    <a:pt x="9553" y="626"/>
                    <a:pt x="9553" y="626"/>
                  </a:cubicBezTo>
                  <a:cubicBezTo>
                    <a:pt x="9553" y="713"/>
                    <a:pt x="9553" y="713"/>
                    <a:pt x="9553" y="713"/>
                  </a:cubicBezTo>
                  <a:cubicBezTo>
                    <a:pt x="9623" y="713"/>
                    <a:pt x="9623" y="713"/>
                    <a:pt x="9623" y="713"/>
                  </a:cubicBezTo>
                  <a:cubicBezTo>
                    <a:pt x="9654" y="713"/>
                    <a:pt x="9725" y="793"/>
                    <a:pt x="9722" y="839"/>
                  </a:cubicBezTo>
                  <a:cubicBezTo>
                    <a:pt x="9470" y="1398"/>
                    <a:pt x="9470" y="1398"/>
                    <a:pt x="9470" y="1398"/>
                  </a:cubicBezTo>
                  <a:cubicBezTo>
                    <a:pt x="9194" y="836"/>
                    <a:pt x="9194" y="836"/>
                    <a:pt x="9194" y="836"/>
                  </a:cubicBezTo>
                  <a:cubicBezTo>
                    <a:pt x="9194" y="794"/>
                    <a:pt x="9262" y="713"/>
                    <a:pt x="9293" y="713"/>
                  </a:cubicBezTo>
                  <a:cubicBezTo>
                    <a:pt x="9364" y="713"/>
                    <a:pt x="9364" y="713"/>
                    <a:pt x="9364" y="713"/>
                  </a:cubicBezTo>
                  <a:cubicBezTo>
                    <a:pt x="9364" y="626"/>
                    <a:pt x="9364" y="626"/>
                    <a:pt x="9364" y="626"/>
                  </a:cubicBezTo>
                  <a:cubicBezTo>
                    <a:pt x="8749" y="626"/>
                    <a:pt x="8749" y="626"/>
                    <a:pt x="8749" y="626"/>
                  </a:cubicBezTo>
                  <a:cubicBezTo>
                    <a:pt x="8749" y="713"/>
                    <a:pt x="8749" y="713"/>
                    <a:pt x="8749" y="713"/>
                  </a:cubicBezTo>
                  <a:cubicBezTo>
                    <a:pt x="8800" y="713"/>
                    <a:pt x="8800" y="713"/>
                    <a:pt x="8800" y="713"/>
                  </a:cubicBezTo>
                  <a:cubicBezTo>
                    <a:pt x="8829" y="712"/>
                    <a:pt x="8928" y="807"/>
                    <a:pt x="8947" y="843"/>
                  </a:cubicBezTo>
                  <a:close/>
                  <a:moveTo>
                    <a:pt x="5117" y="349"/>
                  </a:moveTo>
                  <a:cubicBezTo>
                    <a:pt x="5195" y="353"/>
                    <a:pt x="5261" y="293"/>
                    <a:pt x="5265" y="215"/>
                  </a:cubicBezTo>
                  <a:cubicBezTo>
                    <a:pt x="5265" y="210"/>
                    <a:pt x="5265" y="206"/>
                    <a:pt x="5265" y="201"/>
                  </a:cubicBezTo>
                  <a:cubicBezTo>
                    <a:pt x="5265" y="112"/>
                    <a:pt x="5202" y="56"/>
                    <a:pt x="5117" y="56"/>
                  </a:cubicBezTo>
                  <a:cubicBezTo>
                    <a:pt x="5032" y="56"/>
                    <a:pt x="4967" y="112"/>
                    <a:pt x="4967" y="201"/>
                  </a:cubicBezTo>
                  <a:cubicBezTo>
                    <a:pt x="4965" y="280"/>
                    <a:pt x="5026" y="346"/>
                    <a:pt x="5105" y="349"/>
                  </a:cubicBezTo>
                  <a:cubicBezTo>
                    <a:pt x="5109" y="349"/>
                    <a:pt x="5113" y="349"/>
                    <a:pt x="5117" y="349"/>
                  </a:cubicBezTo>
                  <a:close/>
                  <a:moveTo>
                    <a:pt x="3836" y="1676"/>
                  </a:moveTo>
                  <a:cubicBezTo>
                    <a:pt x="3749" y="1676"/>
                    <a:pt x="3749" y="1676"/>
                    <a:pt x="3749" y="1676"/>
                  </a:cubicBezTo>
                  <a:cubicBezTo>
                    <a:pt x="3715" y="1676"/>
                    <a:pt x="3613" y="1579"/>
                    <a:pt x="3613" y="1543"/>
                  </a:cubicBezTo>
                  <a:cubicBezTo>
                    <a:pt x="3613" y="1075"/>
                    <a:pt x="3613" y="1075"/>
                    <a:pt x="3613" y="1075"/>
                  </a:cubicBezTo>
                  <a:cubicBezTo>
                    <a:pt x="3793" y="882"/>
                    <a:pt x="3793" y="882"/>
                    <a:pt x="3793" y="882"/>
                  </a:cubicBezTo>
                  <a:cubicBezTo>
                    <a:pt x="4403" y="1763"/>
                    <a:pt x="4403" y="1763"/>
                    <a:pt x="4403" y="1763"/>
                  </a:cubicBezTo>
                  <a:cubicBezTo>
                    <a:pt x="6040" y="1763"/>
                    <a:pt x="6040" y="1763"/>
                    <a:pt x="6040" y="1763"/>
                  </a:cubicBezTo>
                  <a:cubicBezTo>
                    <a:pt x="6040" y="1676"/>
                    <a:pt x="6040" y="1676"/>
                    <a:pt x="6040" y="1676"/>
                  </a:cubicBezTo>
                  <a:cubicBezTo>
                    <a:pt x="5974" y="1676"/>
                    <a:pt x="5974" y="1676"/>
                    <a:pt x="5974" y="1676"/>
                  </a:cubicBezTo>
                  <a:cubicBezTo>
                    <a:pt x="5940" y="1676"/>
                    <a:pt x="5848" y="1594"/>
                    <a:pt x="5848" y="1555"/>
                  </a:cubicBezTo>
                  <a:cubicBezTo>
                    <a:pt x="5848" y="981"/>
                    <a:pt x="5848" y="981"/>
                    <a:pt x="5848" y="981"/>
                  </a:cubicBezTo>
                  <a:cubicBezTo>
                    <a:pt x="5848" y="904"/>
                    <a:pt x="6059" y="744"/>
                    <a:pt x="6221" y="744"/>
                  </a:cubicBezTo>
                  <a:cubicBezTo>
                    <a:pt x="6345" y="744"/>
                    <a:pt x="6403" y="829"/>
                    <a:pt x="6403" y="940"/>
                  </a:cubicBezTo>
                  <a:cubicBezTo>
                    <a:pt x="6403" y="1555"/>
                    <a:pt x="6403" y="1555"/>
                    <a:pt x="6403" y="1555"/>
                  </a:cubicBezTo>
                  <a:cubicBezTo>
                    <a:pt x="6403" y="1594"/>
                    <a:pt x="6311" y="1676"/>
                    <a:pt x="6277" y="1676"/>
                  </a:cubicBezTo>
                  <a:cubicBezTo>
                    <a:pt x="6211" y="1676"/>
                    <a:pt x="6211" y="1676"/>
                    <a:pt x="6211" y="1676"/>
                  </a:cubicBezTo>
                  <a:cubicBezTo>
                    <a:pt x="6211" y="1763"/>
                    <a:pt x="6211" y="1763"/>
                    <a:pt x="6211" y="1763"/>
                  </a:cubicBezTo>
                  <a:cubicBezTo>
                    <a:pt x="6810" y="1763"/>
                    <a:pt x="6810" y="1763"/>
                    <a:pt x="6810" y="1763"/>
                  </a:cubicBezTo>
                  <a:cubicBezTo>
                    <a:pt x="6810" y="1676"/>
                    <a:pt x="6810" y="1676"/>
                    <a:pt x="6810" y="1676"/>
                  </a:cubicBezTo>
                  <a:cubicBezTo>
                    <a:pt x="6739" y="1676"/>
                    <a:pt x="6739" y="1676"/>
                    <a:pt x="6739" y="1676"/>
                  </a:cubicBezTo>
                  <a:cubicBezTo>
                    <a:pt x="6706" y="1676"/>
                    <a:pt x="6613" y="1594"/>
                    <a:pt x="6613" y="1555"/>
                  </a:cubicBezTo>
                  <a:cubicBezTo>
                    <a:pt x="6613" y="928"/>
                    <a:pt x="6613" y="928"/>
                    <a:pt x="6613" y="928"/>
                  </a:cubicBezTo>
                  <a:cubicBezTo>
                    <a:pt x="6613" y="732"/>
                    <a:pt x="6473" y="601"/>
                    <a:pt x="6296" y="601"/>
                  </a:cubicBezTo>
                  <a:cubicBezTo>
                    <a:pt x="6091" y="601"/>
                    <a:pt x="5984" y="720"/>
                    <a:pt x="5846" y="860"/>
                  </a:cubicBezTo>
                  <a:cubicBezTo>
                    <a:pt x="5803" y="625"/>
                    <a:pt x="5803" y="625"/>
                    <a:pt x="5803" y="625"/>
                  </a:cubicBezTo>
                  <a:cubicBezTo>
                    <a:pt x="5441" y="625"/>
                    <a:pt x="5441" y="625"/>
                    <a:pt x="5441" y="625"/>
                  </a:cubicBezTo>
                  <a:cubicBezTo>
                    <a:pt x="5441" y="712"/>
                    <a:pt x="5441" y="712"/>
                    <a:pt x="5441" y="712"/>
                  </a:cubicBezTo>
                  <a:cubicBezTo>
                    <a:pt x="5512" y="712"/>
                    <a:pt x="5512" y="712"/>
                    <a:pt x="5512" y="712"/>
                  </a:cubicBezTo>
                  <a:cubicBezTo>
                    <a:pt x="5546" y="712"/>
                    <a:pt x="5638" y="798"/>
                    <a:pt x="5638" y="833"/>
                  </a:cubicBezTo>
                  <a:cubicBezTo>
                    <a:pt x="5638" y="1555"/>
                    <a:pt x="5638" y="1555"/>
                    <a:pt x="5638" y="1555"/>
                  </a:cubicBezTo>
                  <a:cubicBezTo>
                    <a:pt x="5638" y="1593"/>
                    <a:pt x="5546" y="1676"/>
                    <a:pt x="5512" y="1676"/>
                  </a:cubicBezTo>
                  <a:cubicBezTo>
                    <a:pt x="5371" y="1676"/>
                    <a:pt x="5371" y="1676"/>
                    <a:pt x="5371" y="1676"/>
                  </a:cubicBezTo>
                  <a:cubicBezTo>
                    <a:pt x="5340" y="1676"/>
                    <a:pt x="5245" y="1593"/>
                    <a:pt x="5245" y="1555"/>
                  </a:cubicBezTo>
                  <a:cubicBezTo>
                    <a:pt x="5245" y="625"/>
                    <a:pt x="5245" y="625"/>
                    <a:pt x="5245" y="625"/>
                  </a:cubicBezTo>
                  <a:cubicBezTo>
                    <a:pt x="4836" y="625"/>
                    <a:pt x="4836" y="625"/>
                    <a:pt x="4836" y="625"/>
                  </a:cubicBezTo>
                  <a:cubicBezTo>
                    <a:pt x="4836" y="712"/>
                    <a:pt x="4836" y="712"/>
                    <a:pt x="4836" y="712"/>
                  </a:cubicBezTo>
                  <a:cubicBezTo>
                    <a:pt x="4906" y="712"/>
                    <a:pt x="4906" y="712"/>
                    <a:pt x="4906" y="712"/>
                  </a:cubicBezTo>
                  <a:cubicBezTo>
                    <a:pt x="4940" y="712"/>
                    <a:pt x="5032" y="798"/>
                    <a:pt x="5032" y="833"/>
                  </a:cubicBezTo>
                  <a:cubicBezTo>
                    <a:pt x="5032" y="1555"/>
                    <a:pt x="5032" y="1555"/>
                    <a:pt x="5032" y="1555"/>
                  </a:cubicBezTo>
                  <a:cubicBezTo>
                    <a:pt x="5032" y="1594"/>
                    <a:pt x="4940" y="1676"/>
                    <a:pt x="4906" y="1676"/>
                  </a:cubicBezTo>
                  <a:cubicBezTo>
                    <a:pt x="4778" y="1676"/>
                    <a:pt x="4778" y="1676"/>
                    <a:pt x="4778" y="1676"/>
                  </a:cubicBezTo>
                  <a:cubicBezTo>
                    <a:pt x="4742" y="1676"/>
                    <a:pt x="4599" y="1567"/>
                    <a:pt x="4570" y="1528"/>
                  </a:cubicBezTo>
                  <a:cubicBezTo>
                    <a:pt x="3953" y="707"/>
                    <a:pt x="3953" y="707"/>
                    <a:pt x="3953" y="707"/>
                  </a:cubicBezTo>
                  <a:cubicBezTo>
                    <a:pt x="4381" y="247"/>
                    <a:pt x="4381" y="247"/>
                    <a:pt x="4381" y="247"/>
                  </a:cubicBezTo>
                  <a:cubicBezTo>
                    <a:pt x="4405" y="221"/>
                    <a:pt x="4572" y="88"/>
                    <a:pt x="4606" y="88"/>
                  </a:cubicBezTo>
                  <a:cubicBezTo>
                    <a:pt x="4692" y="88"/>
                    <a:pt x="4692" y="88"/>
                    <a:pt x="4692" y="88"/>
                  </a:cubicBezTo>
                  <a:cubicBezTo>
                    <a:pt x="4692" y="0"/>
                    <a:pt x="4692" y="0"/>
                    <a:pt x="4692" y="0"/>
                  </a:cubicBezTo>
                  <a:cubicBezTo>
                    <a:pt x="4052" y="0"/>
                    <a:pt x="4052" y="0"/>
                    <a:pt x="4052" y="0"/>
                  </a:cubicBezTo>
                  <a:cubicBezTo>
                    <a:pt x="4052" y="88"/>
                    <a:pt x="4052" y="88"/>
                    <a:pt x="4052" y="88"/>
                  </a:cubicBezTo>
                  <a:cubicBezTo>
                    <a:pt x="4137" y="88"/>
                    <a:pt x="4137" y="88"/>
                    <a:pt x="4137" y="88"/>
                  </a:cubicBezTo>
                  <a:cubicBezTo>
                    <a:pt x="4171" y="88"/>
                    <a:pt x="4270" y="209"/>
                    <a:pt x="4244" y="240"/>
                  </a:cubicBezTo>
                  <a:cubicBezTo>
                    <a:pt x="3614" y="942"/>
                    <a:pt x="3614" y="942"/>
                    <a:pt x="3614" y="942"/>
                  </a:cubicBezTo>
                  <a:cubicBezTo>
                    <a:pt x="3614" y="221"/>
                    <a:pt x="3614" y="221"/>
                    <a:pt x="3614" y="221"/>
                  </a:cubicBezTo>
                  <a:cubicBezTo>
                    <a:pt x="3614" y="184"/>
                    <a:pt x="3716" y="88"/>
                    <a:pt x="3750" y="88"/>
                  </a:cubicBezTo>
                  <a:cubicBezTo>
                    <a:pt x="3837" y="88"/>
                    <a:pt x="3837" y="88"/>
                    <a:pt x="3837" y="88"/>
                  </a:cubicBezTo>
                  <a:cubicBezTo>
                    <a:pt x="3837" y="0"/>
                    <a:pt x="3837" y="0"/>
                    <a:pt x="3837" y="0"/>
                  </a:cubicBezTo>
                  <a:cubicBezTo>
                    <a:pt x="3149" y="0"/>
                    <a:pt x="3149" y="0"/>
                    <a:pt x="3149" y="0"/>
                  </a:cubicBezTo>
                  <a:cubicBezTo>
                    <a:pt x="3149" y="88"/>
                    <a:pt x="3149" y="88"/>
                    <a:pt x="3149" y="88"/>
                  </a:cubicBezTo>
                  <a:cubicBezTo>
                    <a:pt x="3236" y="88"/>
                    <a:pt x="3236" y="88"/>
                    <a:pt x="3236" y="88"/>
                  </a:cubicBezTo>
                  <a:cubicBezTo>
                    <a:pt x="3270" y="88"/>
                    <a:pt x="3371" y="184"/>
                    <a:pt x="3371" y="221"/>
                  </a:cubicBezTo>
                  <a:cubicBezTo>
                    <a:pt x="3371" y="1543"/>
                    <a:pt x="3371" y="1543"/>
                    <a:pt x="3371" y="1543"/>
                  </a:cubicBezTo>
                  <a:cubicBezTo>
                    <a:pt x="3371" y="1579"/>
                    <a:pt x="3270" y="1676"/>
                    <a:pt x="3236" y="1676"/>
                  </a:cubicBezTo>
                  <a:cubicBezTo>
                    <a:pt x="3149" y="1676"/>
                    <a:pt x="3149" y="1676"/>
                    <a:pt x="3149" y="1676"/>
                  </a:cubicBezTo>
                  <a:cubicBezTo>
                    <a:pt x="3149" y="1763"/>
                    <a:pt x="3149" y="1763"/>
                    <a:pt x="3149" y="1763"/>
                  </a:cubicBezTo>
                  <a:cubicBezTo>
                    <a:pt x="3836" y="1763"/>
                    <a:pt x="3836" y="1763"/>
                    <a:pt x="3836" y="1763"/>
                  </a:cubicBezTo>
                  <a:lnTo>
                    <a:pt x="3836" y="1676"/>
                  </a:lnTo>
                  <a:close/>
                  <a:moveTo>
                    <a:pt x="7720" y="1446"/>
                  </a:moveTo>
                  <a:cubicBezTo>
                    <a:pt x="7720" y="1262"/>
                    <a:pt x="7579" y="1163"/>
                    <a:pt x="7456" y="1114"/>
                  </a:cubicBezTo>
                  <a:cubicBezTo>
                    <a:pt x="7361" y="1078"/>
                    <a:pt x="7296" y="1049"/>
                    <a:pt x="7209" y="1013"/>
                  </a:cubicBezTo>
                  <a:cubicBezTo>
                    <a:pt x="7090" y="962"/>
                    <a:pt x="7023" y="927"/>
                    <a:pt x="7023" y="829"/>
                  </a:cubicBezTo>
                  <a:cubicBezTo>
                    <a:pt x="7023" y="739"/>
                    <a:pt x="7085" y="683"/>
                    <a:pt x="7219" y="683"/>
                  </a:cubicBezTo>
                  <a:cubicBezTo>
                    <a:pt x="7432" y="683"/>
                    <a:pt x="7565" y="884"/>
                    <a:pt x="7565" y="979"/>
                  </a:cubicBezTo>
                  <a:cubicBezTo>
                    <a:pt x="7635" y="979"/>
                    <a:pt x="7635" y="979"/>
                    <a:pt x="7635" y="979"/>
                  </a:cubicBezTo>
                  <a:cubicBezTo>
                    <a:pt x="7635" y="625"/>
                    <a:pt x="7635" y="625"/>
                    <a:pt x="7635" y="625"/>
                  </a:cubicBezTo>
                  <a:cubicBezTo>
                    <a:pt x="7572" y="625"/>
                    <a:pt x="7572" y="625"/>
                    <a:pt x="7572" y="625"/>
                  </a:cubicBezTo>
                  <a:cubicBezTo>
                    <a:pt x="7562" y="649"/>
                    <a:pt x="7543" y="657"/>
                    <a:pt x="7509" y="657"/>
                  </a:cubicBezTo>
                  <a:cubicBezTo>
                    <a:pt x="7422" y="657"/>
                    <a:pt x="7352" y="598"/>
                    <a:pt x="7226" y="598"/>
                  </a:cubicBezTo>
                  <a:cubicBezTo>
                    <a:pt x="7015" y="598"/>
                    <a:pt x="6882" y="707"/>
                    <a:pt x="6882" y="913"/>
                  </a:cubicBezTo>
                  <a:cubicBezTo>
                    <a:pt x="6882" y="1071"/>
                    <a:pt x="6986" y="1160"/>
                    <a:pt x="7124" y="1223"/>
                  </a:cubicBezTo>
                  <a:cubicBezTo>
                    <a:pt x="7216" y="1264"/>
                    <a:pt x="7282" y="1291"/>
                    <a:pt x="7361" y="1325"/>
                  </a:cubicBezTo>
                  <a:cubicBezTo>
                    <a:pt x="7463" y="1367"/>
                    <a:pt x="7577" y="1412"/>
                    <a:pt x="7577" y="1540"/>
                  </a:cubicBezTo>
                  <a:cubicBezTo>
                    <a:pt x="7577" y="1647"/>
                    <a:pt x="7497" y="1695"/>
                    <a:pt x="7354" y="1695"/>
                  </a:cubicBezTo>
                  <a:cubicBezTo>
                    <a:pt x="7107" y="1695"/>
                    <a:pt x="6952" y="1468"/>
                    <a:pt x="6952" y="1361"/>
                  </a:cubicBezTo>
                  <a:cubicBezTo>
                    <a:pt x="6882" y="1361"/>
                    <a:pt x="6882" y="1361"/>
                    <a:pt x="6882" y="1361"/>
                  </a:cubicBezTo>
                  <a:cubicBezTo>
                    <a:pt x="6882" y="1763"/>
                    <a:pt x="6882" y="1763"/>
                    <a:pt x="6882" y="1763"/>
                  </a:cubicBezTo>
                  <a:cubicBezTo>
                    <a:pt x="6938" y="1763"/>
                    <a:pt x="6938" y="1763"/>
                    <a:pt x="6938" y="1763"/>
                  </a:cubicBezTo>
                  <a:cubicBezTo>
                    <a:pt x="6967" y="1737"/>
                    <a:pt x="6979" y="1725"/>
                    <a:pt x="7025" y="1725"/>
                  </a:cubicBezTo>
                  <a:cubicBezTo>
                    <a:pt x="7124" y="1725"/>
                    <a:pt x="7209" y="1790"/>
                    <a:pt x="7354" y="1790"/>
                  </a:cubicBezTo>
                  <a:cubicBezTo>
                    <a:pt x="7570" y="1790"/>
                    <a:pt x="7720" y="1664"/>
                    <a:pt x="7720" y="1446"/>
                  </a:cubicBezTo>
                  <a:close/>
                  <a:moveTo>
                    <a:pt x="2703" y="1584"/>
                  </a:moveTo>
                  <a:cubicBezTo>
                    <a:pt x="2442" y="1584"/>
                    <a:pt x="2282" y="1383"/>
                    <a:pt x="2282" y="1129"/>
                  </a:cubicBezTo>
                  <a:cubicBezTo>
                    <a:pt x="2282" y="860"/>
                    <a:pt x="2391" y="683"/>
                    <a:pt x="2618" y="683"/>
                  </a:cubicBezTo>
                  <a:cubicBezTo>
                    <a:pt x="2815" y="683"/>
                    <a:pt x="2844" y="840"/>
                    <a:pt x="2812" y="1017"/>
                  </a:cubicBezTo>
                  <a:cubicBezTo>
                    <a:pt x="2882" y="1013"/>
                    <a:pt x="2882" y="1013"/>
                    <a:pt x="2882" y="1013"/>
                  </a:cubicBezTo>
                  <a:cubicBezTo>
                    <a:pt x="3049" y="753"/>
                    <a:pt x="3049" y="753"/>
                    <a:pt x="3049" y="753"/>
                  </a:cubicBezTo>
                  <a:cubicBezTo>
                    <a:pt x="2945" y="649"/>
                    <a:pt x="2824" y="596"/>
                    <a:pt x="2645" y="596"/>
                  </a:cubicBezTo>
                  <a:cubicBezTo>
                    <a:pt x="2345" y="596"/>
                    <a:pt x="2100" y="833"/>
                    <a:pt x="2100" y="1201"/>
                  </a:cubicBezTo>
                  <a:cubicBezTo>
                    <a:pt x="2100" y="1526"/>
                    <a:pt x="2306" y="1792"/>
                    <a:pt x="2623" y="1792"/>
                  </a:cubicBezTo>
                  <a:cubicBezTo>
                    <a:pt x="2909" y="1792"/>
                    <a:pt x="3061" y="1635"/>
                    <a:pt x="3136" y="1386"/>
                  </a:cubicBezTo>
                  <a:cubicBezTo>
                    <a:pt x="3066" y="1386"/>
                    <a:pt x="3066" y="1386"/>
                    <a:pt x="3066" y="1386"/>
                  </a:cubicBezTo>
                  <a:cubicBezTo>
                    <a:pt x="2986" y="1519"/>
                    <a:pt x="2902" y="1584"/>
                    <a:pt x="2703" y="1584"/>
                  </a:cubicBezTo>
                  <a:close/>
                  <a:moveTo>
                    <a:pt x="1053" y="1322"/>
                  </a:moveTo>
                  <a:cubicBezTo>
                    <a:pt x="1041" y="1322"/>
                    <a:pt x="1041" y="1322"/>
                    <a:pt x="1041" y="1322"/>
                  </a:cubicBezTo>
                  <a:cubicBezTo>
                    <a:pt x="511" y="0"/>
                    <a:pt x="511" y="0"/>
                    <a:pt x="51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88"/>
                    <a:pt x="0" y="88"/>
                    <a:pt x="0" y="88"/>
                  </a:cubicBezTo>
                  <a:cubicBezTo>
                    <a:pt x="87" y="88"/>
                    <a:pt x="87" y="88"/>
                    <a:pt x="87" y="88"/>
                  </a:cubicBezTo>
                  <a:cubicBezTo>
                    <a:pt x="121" y="88"/>
                    <a:pt x="223" y="184"/>
                    <a:pt x="223" y="221"/>
                  </a:cubicBezTo>
                  <a:cubicBezTo>
                    <a:pt x="223" y="1543"/>
                    <a:pt x="223" y="1543"/>
                    <a:pt x="223" y="1543"/>
                  </a:cubicBezTo>
                  <a:cubicBezTo>
                    <a:pt x="223" y="1579"/>
                    <a:pt x="121" y="1676"/>
                    <a:pt x="87" y="1676"/>
                  </a:cubicBezTo>
                  <a:cubicBezTo>
                    <a:pt x="0" y="1676"/>
                    <a:pt x="0" y="1676"/>
                    <a:pt x="0" y="1676"/>
                  </a:cubicBezTo>
                  <a:cubicBezTo>
                    <a:pt x="0" y="1763"/>
                    <a:pt x="0" y="1763"/>
                    <a:pt x="0" y="1763"/>
                  </a:cubicBezTo>
                  <a:cubicBezTo>
                    <a:pt x="549" y="1763"/>
                    <a:pt x="549" y="1763"/>
                    <a:pt x="549" y="1763"/>
                  </a:cubicBezTo>
                  <a:cubicBezTo>
                    <a:pt x="549" y="1676"/>
                    <a:pt x="549" y="1676"/>
                    <a:pt x="549" y="1676"/>
                  </a:cubicBezTo>
                  <a:cubicBezTo>
                    <a:pt x="462" y="1676"/>
                    <a:pt x="462" y="1676"/>
                    <a:pt x="462" y="1676"/>
                  </a:cubicBezTo>
                  <a:cubicBezTo>
                    <a:pt x="428" y="1676"/>
                    <a:pt x="327" y="1579"/>
                    <a:pt x="327" y="1543"/>
                  </a:cubicBezTo>
                  <a:cubicBezTo>
                    <a:pt x="327" y="233"/>
                    <a:pt x="327" y="233"/>
                    <a:pt x="327" y="233"/>
                  </a:cubicBezTo>
                  <a:cubicBezTo>
                    <a:pt x="968" y="1794"/>
                    <a:pt x="968" y="1794"/>
                    <a:pt x="968" y="1794"/>
                  </a:cubicBezTo>
                  <a:cubicBezTo>
                    <a:pt x="1609" y="259"/>
                    <a:pt x="1609" y="259"/>
                    <a:pt x="1609" y="259"/>
                  </a:cubicBezTo>
                  <a:cubicBezTo>
                    <a:pt x="1609" y="1543"/>
                    <a:pt x="1609" y="1543"/>
                    <a:pt x="1609" y="1543"/>
                  </a:cubicBezTo>
                  <a:cubicBezTo>
                    <a:pt x="1609" y="1579"/>
                    <a:pt x="1507" y="1676"/>
                    <a:pt x="1473" y="1676"/>
                  </a:cubicBezTo>
                  <a:cubicBezTo>
                    <a:pt x="1386" y="1676"/>
                    <a:pt x="1386" y="1676"/>
                    <a:pt x="1386" y="1676"/>
                  </a:cubicBezTo>
                  <a:cubicBezTo>
                    <a:pt x="1386" y="1763"/>
                    <a:pt x="1386" y="1763"/>
                    <a:pt x="1386" y="1763"/>
                  </a:cubicBezTo>
                  <a:cubicBezTo>
                    <a:pt x="2069" y="1763"/>
                    <a:pt x="2069" y="1763"/>
                    <a:pt x="2069" y="1763"/>
                  </a:cubicBezTo>
                  <a:cubicBezTo>
                    <a:pt x="2069" y="1676"/>
                    <a:pt x="2069" y="1676"/>
                    <a:pt x="2069" y="1676"/>
                  </a:cubicBezTo>
                  <a:cubicBezTo>
                    <a:pt x="1983" y="1676"/>
                    <a:pt x="1983" y="1676"/>
                    <a:pt x="1983" y="1676"/>
                  </a:cubicBezTo>
                  <a:cubicBezTo>
                    <a:pt x="1949" y="1676"/>
                    <a:pt x="1848" y="1579"/>
                    <a:pt x="1848" y="1543"/>
                  </a:cubicBezTo>
                  <a:cubicBezTo>
                    <a:pt x="1848" y="221"/>
                    <a:pt x="1848" y="221"/>
                    <a:pt x="1848" y="221"/>
                  </a:cubicBezTo>
                  <a:cubicBezTo>
                    <a:pt x="1848" y="184"/>
                    <a:pt x="1949" y="88"/>
                    <a:pt x="1983" y="88"/>
                  </a:cubicBezTo>
                  <a:cubicBezTo>
                    <a:pt x="2070" y="88"/>
                    <a:pt x="2070" y="88"/>
                    <a:pt x="2070" y="88"/>
                  </a:cubicBezTo>
                  <a:cubicBezTo>
                    <a:pt x="2070" y="0"/>
                    <a:pt x="2070" y="0"/>
                    <a:pt x="2070" y="0"/>
                  </a:cubicBezTo>
                  <a:cubicBezTo>
                    <a:pt x="1610" y="0"/>
                    <a:pt x="1610" y="0"/>
                    <a:pt x="1610" y="0"/>
                  </a:cubicBezTo>
                  <a:lnTo>
                    <a:pt x="1053" y="1322"/>
                  </a:lnTo>
                  <a:close/>
                </a:path>
              </a:pathLst>
            </a:custGeom>
            <a:solidFill>
              <a:srgbClr val="11273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987" dirty="0">
                <a:latin typeface="Arial" panose="020B0604020202020204" pitchFamily="34" charset="0"/>
              </a:endParaRPr>
            </a:p>
          </p:txBody>
        </p:sp>
      </p:grpSp>
      <p:sp>
        <p:nvSpPr>
          <p:cNvPr id="3" name="ClientLogo">
            <a:extLst>
              <a:ext uri="{FF2B5EF4-FFF2-40B4-BE49-F238E27FC236}">
                <a16:creationId xmlns:a16="http://schemas.microsoft.com/office/drawing/2014/main" id="{0D1A260D-45D1-4D8D-ACC4-246C7DD9AFAD}"/>
              </a:ext>
            </a:extLst>
          </p:cNvPr>
          <p:cNvSpPr>
            <a:spLocks noGrp="1"/>
          </p:cNvSpPr>
          <p:nvPr>
            <p:ph type="pic" sz="quarter" idx="14" hasCustomPrompt="1"/>
            <p:custDataLst>
              <p:tags r:id="rId4"/>
            </p:custDataLst>
          </p:nvPr>
        </p:nvSpPr>
        <p:spPr>
          <a:xfrm>
            <a:off x="413957" y="4984025"/>
            <a:ext cx="1426464" cy="969264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Client logo goes here.</a:t>
            </a:r>
          </a:p>
        </p:txBody>
      </p:sp>
      <p:sp>
        <p:nvSpPr>
          <p:cNvPr id="15" name="Documenttype">
            <a:extLst>
              <a:ext uri="{FF2B5EF4-FFF2-40B4-BE49-F238E27FC236}">
                <a16:creationId xmlns:a16="http://schemas.microsoft.com/office/drawing/2014/main" id="{CB5FF56E-DA90-4199-AF9A-359BE08E9A15}"/>
              </a:ext>
            </a:extLst>
          </p:cNvPr>
          <p:cNvSpPr>
            <a:spLocks noGrp="1"/>
          </p:cNvSpPr>
          <p:nvPr>
            <p:ph type="body" sz="quarter" idx="13" hasCustomPrompt="1"/>
            <p:custDataLst>
              <p:tags r:id="rId5"/>
            </p:custDataLst>
          </p:nvPr>
        </p:nvSpPr>
        <p:spPr>
          <a:xfrm>
            <a:off x="416051" y="4510169"/>
            <a:ext cx="4512564" cy="215444"/>
          </a:xfrm>
          <a:prstGeom prst="rect">
            <a:avLst/>
          </a:prstGeom>
        </p:spPr>
        <p:txBody>
          <a:bodyPr wrap="square">
            <a:noAutofit/>
          </a:bodyPr>
          <a:lstStyle>
            <a:lvl1pPr>
              <a:buNone/>
              <a:defRPr sz="1401">
                <a:solidFill>
                  <a:schemeClr val="tx1"/>
                </a:solidFill>
              </a:defRPr>
            </a:lvl1pPr>
            <a:lvl2pPr marL="115890" indent="0">
              <a:buNone/>
              <a:defRPr>
                <a:solidFill>
                  <a:schemeClr val="bg1"/>
                </a:solidFill>
              </a:defRPr>
            </a:lvl2pPr>
            <a:lvl3pPr marL="466347" indent="0">
              <a:buNone/>
              <a:defRPr>
                <a:solidFill>
                  <a:schemeClr val="bg1"/>
                </a:solidFill>
              </a:defRPr>
            </a:lvl3pPr>
            <a:lvl4pPr marL="813822" indent="0">
              <a:buNone/>
              <a:defRPr>
                <a:solidFill>
                  <a:schemeClr val="bg1"/>
                </a:solidFill>
              </a:defRPr>
            </a:lvl4pPr>
            <a:lvl5pPr marL="1161295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date or title/role</a:t>
            </a:r>
          </a:p>
        </p:txBody>
      </p:sp>
      <p:sp>
        <p:nvSpPr>
          <p:cNvPr id="14" name="Subtitle">
            <a:extLst>
              <a:ext uri="{FF2B5EF4-FFF2-40B4-BE49-F238E27FC236}">
                <a16:creationId xmlns:a16="http://schemas.microsoft.com/office/drawing/2014/main" id="{BFC960F1-3A46-4C93-83F3-47AB2EB0D15E}"/>
              </a:ext>
            </a:extLst>
          </p:cNvPr>
          <p:cNvSpPr>
            <a:spLocks noGrp="1"/>
          </p:cNvSpPr>
          <p:nvPr>
            <p:ph type="subTitle" idx="1"/>
            <p:custDataLst>
              <p:tags r:id="rId6"/>
            </p:custDataLst>
          </p:nvPr>
        </p:nvSpPr>
        <p:spPr>
          <a:xfrm>
            <a:off x="413957" y="4092561"/>
            <a:ext cx="4512564" cy="30777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sz="2001">
                <a:solidFill>
                  <a:schemeClr val="tx1"/>
                </a:solidFill>
              </a:defRPr>
            </a:lvl1pPr>
            <a:lvl2pPr marL="457203" indent="0" algn="ctr">
              <a:buNone/>
              <a:defRPr sz="2001"/>
            </a:lvl2pPr>
            <a:lvl3pPr marL="914406" indent="0" algn="ctr">
              <a:buNone/>
              <a:defRPr sz="1799"/>
            </a:lvl3pPr>
            <a:lvl4pPr marL="1371610" indent="0" algn="ctr">
              <a:buNone/>
              <a:defRPr sz="1600"/>
            </a:lvl4pPr>
            <a:lvl5pPr marL="1828813" indent="0" algn="ctr">
              <a:buNone/>
              <a:defRPr sz="1600"/>
            </a:lvl5pPr>
            <a:lvl6pPr marL="2286016" indent="0" algn="ctr">
              <a:buNone/>
              <a:defRPr sz="1600"/>
            </a:lvl6pPr>
            <a:lvl7pPr marL="2743219" indent="0" algn="ctr">
              <a:buNone/>
              <a:defRPr sz="1600"/>
            </a:lvl7pPr>
            <a:lvl8pPr marL="3200423" indent="0" algn="ctr">
              <a:buNone/>
              <a:defRPr sz="1600"/>
            </a:lvl8pPr>
            <a:lvl9pPr marL="365762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3" name="Title">
            <a:extLst>
              <a:ext uri="{FF2B5EF4-FFF2-40B4-BE49-F238E27FC236}">
                <a16:creationId xmlns:a16="http://schemas.microsoft.com/office/drawing/2014/main" id="{14DBF1FD-6C25-4E00-ACAB-F60F35C9625C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413957" y="2049805"/>
            <a:ext cx="4512564" cy="1921708"/>
          </a:xfrm>
          <a:prstGeom prst="rect">
            <a:avLst/>
          </a:prstGeom>
        </p:spPr>
        <p:txBody>
          <a:bodyPr vert="horz" anchor="b">
            <a:normAutofit/>
          </a:bodyPr>
          <a:lstStyle>
            <a:lvl1pPr>
              <a:defRPr sz="4400" baseline="0">
                <a:ln w="6350" cap="flat">
                  <a:noFill/>
                  <a:miter lim="800000"/>
                </a:ln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96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8" hidden="1">
            <a:extLst>
              <a:ext uri="{FF2B5EF4-FFF2-40B4-BE49-F238E27FC236}">
                <a16:creationId xmlns:a16="http://schemas.microsoft.com/office/drawing/2014/main" id="{D8EFF8A2-0FB9-4B25-8B8D-49235327498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22174195"/>
              </p:ext>
            </p:extLst>
          </p:nvPr>
        </p:nvGraphicFramePr>
        <p:xfrm>
          <a:off x="1192" y="1587"/>
          <a:ext cx="1190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9" imgW="413" imgH="416" progId="TCLayout.ActiveDocument.1">
                  <p:embed/>
                </p:oleObj>
              </mc:Choice>
              <mc:Fallback>
                <p:oleObj name="think-cell 幻灯片" r:id="rId9" imgW="413" imgH="416" progId="TCLayout.ActiveDocument.1">
                  <p:embed/>
                  <p:pic>
                    <p:nvPicPr>
                      <p:cNvPr id="3" name="Object 8" hidden="1">
                        <a:extLst>
                          <a:ext uri="{FF2B5EF4-FFF2-40B4-BE49-F238E27FC236}">
                            <a16:creationId xmlns:a16="http://schemas.microsoft.com/office/drawing/2014/main" id="{D8EFF8A2-0FB9-4B25-8B8D-492353274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192" y="1587"/>
                        <a:ext cx="1190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7" hidden="1">
            <a:extLst>
              <a:ext uri="{FF2B5EF4-FFF2-40B4-BE49-F238E27FC236}">
                <a16:creationId xmlns:a16="http://schemas.microsoft.com/office/drawing/2014/main" id="{9F741700-5035-4E61-A4AC-1B3C7AE220D5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1" y="0"/>
            <a:ext cx="119063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5" name="2. Slide Title">
            <a:extLst>
              <a:ext uri="{FF2B5EF4-FFF2-40B4-BE49-F238E27FC236}">
                <a16:creationId xmlns:a16="http://schemas.microsoft.com/office/drawing/2014/main" id="{699FD2C4-82B5-475E-9235-DB128978B618}"/>
              </a:ext>
            </a:extLst>
          </p:cNvPr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416054" y="172213"/>
            <a:ext cx="8311896" cy="731520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3. Subtitle">
            <a:extLst>
              <a:ext uri="{FF2B5EF4-FFF2-40B4-BE49-F238E27FC236}">
                <a16:creationId xmlns:a16="http://schemas.microsoft.com/office/drawing/2014/main" id="{D4D36123-678D-4B6C-A648-186F85BE34AE}"/>
              </a:ext>
            </a:extLst>
          </p:cNvPr>
          <p:cNvSpPr>
            <a:spLocks noGrp="1"/>
          </p:cNvSpPr>
          <p:nvPr>
            <p:ph type="subTitle" idx="1"/>
            <p:custDataLst>
              <p:tags r:id="rId4"/>
            </p:custDataLst>
          </p:nvPr>
        </p:nvSpPr>
        <p:spPr>
          <a:xfrm>
            <a:off x="416054" y="884727"/>
            <a:ext cx="8311896" cy="276999"/>
          </a:xfrm>
        </p:spPr>
        <p:txBody>
          <a:bodyPr wrap="square">
            <a:noAutofit/>
          </a:bodyPr>
          <a:lstStyle>
            <a:lvl1pPr marL="0" indent="0" algn="l">
              <a:buNone/>
              <a:defRPr sz="1799" b="0">
                <a:solidFill>
                  <a:schemeClr val="tx1"/>
                </a:solidFill>
              </a:defRPr>
            </a:lvl1pPr>
            <a:lvl2pPr marL="457203" indent="0" algn="ctr">
              <a:buNone/>
              <a:defRPr sz="2001"/>
            </a:lvl2pPr>
            <a:lvl3pPr marL="914406" indent="0" algn="ctr">
              <a:buNone/>
              <a:defRPr sz="1799"/>
            </a:lvl3pPr>
            <a:lvl4pPr marL="1371610" indent="0" algn="ctr">
              <a:buNone/>
              <a:defRPr sz="1600"/>
            </a:lvl4pPr>
            <a:lvl5pPr marL="1828813" indent="0" algn="ctr">
              <a:buNone/>
              <a:defRPr sz="1600"/>
            </a:lvl5pPr>
            <a:lvl6pPr marL="2286016" indent="0" algn="ctr">
              <a:buNone/>
              <a:defRPr sz="1600"/>
            </a:lvl6pPr>
            <a:lvl7pPr marL="2743219" indent="0" algn="ctr">
              <a:buNone/>
              <a:defRPr sz="1600"/>
            </a:lvl7pPr>
            <a:lvl8pPr marL="3200423" indent="0" algn="ctr">
              <a:buNone/>
              <a:defRPr sz="1600"/>
            </a:lvl8pPr>
            <a:lvl9pPr marL="365762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66686DBA-90DA-4033-B950-94CBD0D7A425}"/>
              </a:ext>
            </a:extLst>
          </p:cNvPr>
          <p:cNvSpPr>
            <a:spLocks noChangeArrowheads="1"/>
          </p:cNvSpPr>
          <p:nvPr userDrawn="1">
            <p:custDataLst>
              <p:tags r:id="rId5"/>
            </p:custDataLst>
          </p:nvPr>
        </p:nvSpPr>
        <p:spPr bwMode="black">
          <a:xfrm>
            <a:off x="8484394" y="6498756"/>
            <a:ext cx="244127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9238B1D6-2095-4826-AA45-9A4E6F7D1A16}"/>
              </a:ext>
            </a:extLst>
          </p:cNvPr>
          <p:cNvSpPr txBox="1"/>
          <p:nvPr userDrawn="1">
            <p:custDataLst>
              <p:tags r:id="rId6"/>
            </p:custDataLst>
          </p:nvPr>
        </p:nvSpPr>
        <p:spPr>
          <a:xfrm>
            <a:off x="416052" y="6501669"/>
            <a:ext cx="5458396" cy="12298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799" dirty="0"/>
              <a:t>Source: …</a:t>
            </a:r>
          </a:p>
        </p:txBody>
      </p:sp>
      <p:sp>
        <p:nvSpPr>
          <p:cNvPr id="10" name="1. On-page tracker">
            <a:extLst>
              <a:ext uri="{FF2B5EF4-FFF2-40B4-BE49-F238E27FC236}">
                <a16:creationId xmlns:a16="http://schemas.microsoft.com/office/drawing/2014/main" id="{A8BAFD1A-3C11-49E6-B76E-5166760AF118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7"/>
            </p:custDataLst>
          </p:nvPr>
        </p:nvSpPr>
        <p:spPr>
          <a:xfrm>
            <a:off x="5367528" y="89385"/>
            <a:ext cx="3360421" cy="122982"/>
          </a:xfrm>
        </p:spPr>
        <p:txBody>
          <a:bodyPr anchor="ctr" anchorCtr="0">
            <a:spAutoFit/>
          </a:bodyPr>
          <a:lstStyle>
            <a:lvl1pPr algn="r">
              <a:defRPr sz="799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34899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p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16054" y="1706563"/>
            <a:ext cx="2859785" cy="69494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90000"/>
              </a:lnSpc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EFB4BF85-6002-4998-80DC-DC1B92544D1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8484394" y="6498756"/>
            <a:ext cx="244127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5. Source" hidden="1">
            <a:extLst>
              <a:ext uri="{FF2B5EF4-FFF2-40B4-BE49-F238E27FC236}">
                <a16:creationId xmlns:a16="http://schemas.microsoft.com/office/drawing/2014/main" id="{0E2D5DBB-C1B8-4A27-836D-C2E6D553234D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416052" y="6501669"/>
            <a:ext cx="5458396" cy="12298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799" dirty="0"/>
              <a:t>Source: …</a:t>
            </a:r>
          </a:p>
        </p:txBody>
      </p:sp>
      <p:sp>
        <p:nvSpPr>
          <p:cNvPr id="7" name="1. On-page tracker">
            <a:extLst>
              <a:ext uri="{FF2B5EF4-FFF2-40B4-BE49-F238E27FC236}">
                <a16:creationId xmlns:a16="http://schemas.microsoft.com/office/drawing/2014/main" id="{7ACB1E33-E5FF-447C-86C8-D2AD164B7EF2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5367528" y="89385"/>
            <a:ext cx="3360421" cy="122982"/>
          </a:xfrm>
        </p:spPr>
        <p:txBody>
          <a:bodyPr anchor="ctr" anchorCtr="0">
            <a:spAutoFit/>
          </a:bodyPr>
          <a:lstStyle>
            <a:lvl1pPr algn="r">
              <a:defRPr sz="799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3306549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i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. Slide Title">
            <a:extLst>
              <a:ext uri="{FF2B5EF4-FFF2-40B4-BE49-F238E27FC236}">
                <a16:creationId xmlns:a16="http://schemas.microsoft.com/office/drawing/2014/main" id="{064E079D-5BD2-4787-A7F2-0859A1CB5E94}"/>
              </a:ext>
            </a:extLst>
          </p:cNvPr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416052" y="3044281"/>
            <a:ext cx="3799332" cy="769441"/>
          </a:xfrm>
          <a:prstGeom prst="rect">
            <a:avLst/>
          </a:prstGeom>
        </p:spPr>
        <p:txBody>
          <a:bodyPr rIns="365760" anchor="ctr">
            <a:noAutofit/>
          </a:bodyPr>
          <a:lstStyle>
            <a:lvl1pPr>
              <a:defRPr>
                <a:ln w="6350" cap="flat">
                  <a:noFill/>
                  <a:miter lim="800000"/>
                </a:ln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">
            <a:extLst>
              <a:ext uri="{FF2B5EF4-FFF2-40B4-BE49-F238E27FC236}">
                <a16:creationId xmlns:a16="http://schemas.microsoft.com/office/drawing/2014/main" id="{2BF771FC-DD10-42B6-A51E-7F1E26F8184D}"/>
              </a:ext>
            </a:extLst>
          </p:cNvPr>
          <p:cNvSpPr>
            <a:spLocks noChangeArrowheads="1"/>
          </p:cNvSpPr>
          <p:nvPr userDrawn="1">
            <p:custDataLst>
              <p:tags r:id="rId2"/>
            </p:custDataLst>
          </p:nvPr>
        </p:nvSpPr>
        <p:spPr bwMode="black">
          <a:xfrm>
            <a:off x="8484394" y="6498756"/>
            <a:ext cx="244127" cy="1384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square" lIns="0" tIns="0" rIns="0" bIns="0" anchor="b">
            <a:spAutoFit/>
          </a:bodyPr>
          <a:lstStyle/>
          <a:p>
            <a:pPr algn="r" defTabSz="610748" fontAlgn="auto">
              <a:spcBef>
                <a:spcPts val="0"/>
              </a:spcBef>
              <a:spcAft>
                <a:spcPts val="0"/>
              </a:spcAft>
              <a:defRPr/>
            </a:pPr>
            <a:fld id="{4ABDCABE-3F10-B64C-92F1-862014417034}" type="slidenum">
              <a:rPr lang="en-US" sz="900" smtClean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pPr algn="r" defTabSz="610748" fontAlgn="auto">
                <a:spcBef>
                  <a:spcPts val="0"/>
                </a:spcBef>
                <a:spcAft>
                  <a:spcPts val="0"/>
                </a:spcAft>
                <a:defRPr/>
              </a:pPr>
              <a:t>‹#›</a:t>
            </a:fld>
            <a:endParaRPr lang="en-US" sz="900" dirty="0">
              <a:solidFill>
                <a:schemeClr val="tx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5. Source" hidden="1">
            <a:extLst>
              <a:ext uri="{FF2B5EF4-FFF2-40B4-BE49-F238E27FC236}">
                <a16:creationId xmlns:a16="http://schemas.microsoft.com/office/drawing/2014/main" id="{C0D33C43-5B9F-44B4-82FA-BAAD11A7FB8E}"/>
              </a:ext>
            </a:extLst>
          </p:cNvPr>
          <p:cNvSpPr txBox="1"/>
          <p:nvPr userDrawn="1">
            <p:custDataLst>
              <p:tags r:id="rId3"/>
            </p:custDataLst>
          </p:nvPr>
        </p:nvSpPr>
        <p:spPr>
          <a:xfrm>
            <a:off x="416052" y="6501669"/>
            <a:ext cx="5458396" cy="122982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lvl1pPr indent="0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Char char="​"/>
              <a:defRPr lang="en-US" sz="900" dirty="0">
                <a:cs typeface="Arial" panose="020B0604020202020204" pitchFamily="34" charset="0"/>
              </a:defRPr>
            </a:lvl1pPr>
            <a:lvl2pPr marL="228600" indent="-2254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Char char=""/>
              <a:defRPr sz="1600">
                <a:cs typeface="Arial" panose="020B0604020202020204" pitchFamily="34" charset="0"/>
              </a:defRPr>
            </a:lvl2pPr>
            <a:lvl3pPr marL="515938" indent="-287338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—"/>
              <a:defRPr sz="1600">
                <a:cs typeface="Arial" panose="020B0604020202020204" pitchFamily="34" charset="0"/>
              </a:defRPr>
            </a:lvl3pPr>
            <a:lvl4pPr marL="742950" indent="-182563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»"/>
              <a:defRPr sz="1600">
                <a:cs typeface="Arial" panose="020B0604020202020204" pitchFamily="34" charset="0"/>
              </a:defRPr>
            </a:lvl4pPr>
            <a:lvl5pPr marL="914400" indent="-136525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›"/>
              <a:defRPr sz="1600">
                <a:cs typeface="Arial" panose="020B0604020202020204" pitchFamily="34" charset="0"/>
              </a:defRPr>
            </a:lvl5pPr>
            <a:lvl6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6pPr>
            <a:lvl7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7pPr>
            <a:lvl8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8pPr>
            <a:lvl9pPr marL="1085850" indent="-17145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Char char="▫"/>
              <a:defRPr sz="1600">
                <a:cs typeface="Arial" panose="020B0604020202020204" pitchFamily="34" charset="0"/>
              </a:defRPr>
            </a:lvl9pPr>
          </a:lstStyle>
          <a:p>
            <a:r>
              <a:rPr lang="en-US" sz="799" dirty="0"/>
              <a:t>Source: …</a:t>
            </a:r>
          </a:p>
        </p:txBody>
      </p:sp>
      <p:sp>
        <p:nvSpPr>
          <p:cNvPr id="6" name="1. On-page tracker">
            <a:extLst>
              <a:ext uri="{FF2B5EF4-FFF2-40B4-BE49-F238E27FC236}">
                <a16:creationId xmlns:a16="http://schemas.microsoft.com/office/drawing/2014/main" id="{A017FC45-BFA7-4FE7-9F1F-9561D7B0EF63}"/>
              </a:ext>
            </a:extLst>
          </p:cNvPr>
          <p:cNvSpPr>
            <a:spLocks noGrp="1"/>
          </p:cNvSpPr>
          <p:nvPr>
            <p:ph type="body" sz="quarter" idx="17" hasCustomPrompt="1"/>
            <p:custDataLst>
              <p:tags r:id="rId4"/>
            </p:custDataLst>
          </p:nvPr>
        </p:nvSpPr>
        <p:spPr>
          <a:xfrm>
            <a:off x="5367528" y="89385"/>
            <a:ext cx="3360421" cy="122982"/>
          </a:xfrm>
        </p:spPr>
        <p:txBody>
          <a:bodyPr anchor="ctr" anchorCtr="0">
            <a:spAutoFit/>
          </a:bodyPr>
          <a:lstStyle>
            <a:lvl1pPr algn="r">
              <a:defRPr sz="799">
                <a:latin typeface="+mn-lt"/>
              </a:defRPr>
            </a:lvl1pPr>
          </a:lstStyle>
          <a:p>
            <a:pPr lvl="0"/>
            <a:r>
              <a:rPr lang="en-US" dirty="0"/>
              <a:t>Chapter › Topic</a:t>
            </a:r>
          </a:p>
        </p:txBody>
      </p:sp>
    </p:spTree>
    <p:extLst>
      <p:ext uri="{BB962C8B-B14F-4D97-AF65-F5344CB8AC3E}">
        <p14:creationId xmlns:p14="http://schemas.microsoft.com/office/powerpoint/2010/main" val="191653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4.xml"/><Relationship Id="rId13" Type="http://schemas.openxmlformats.org/officeDocument/2006/relationships/tags" Target="../tags/tag9.xml"/><Relationship Id="rId18" Type="http://schemas.openxmlformats.org/officeDocument/2006/relationships/tags" Target="../tags/tag14.xml"/><Relationship Id="rId26" Type="http://schemas.openxmlformats.org/officeDocument/2006/relationships/tags" Target="../tags/tag22.xml"/><Relationship Id="rId3" Type="http://schemas.openxmlformats.org/officeDocument/2006/relationships/slideLayout" Target="../slideLayouts/slideLayout3.xml"/><Relationship Id="rId21" Type="http://schemas.openxmlformats.org/officeDocument/2006/relationships/tags" Target="../tags/tag17.xml"/><Relationship Id="rId7" Type="http://schemas.openxmlformats.org/officeDocument/2006/relationships/tags" Target="../tags/tag3.xml"/><Relationship Id="rId12" Type="http://schemas.openxmlformats.org/officeDocument/2006/relationships/tags" Target="../tags/tag8.xml"/><Relationship Id="rId17" Type="http://schemas.openxmlformats.org/officeDocument/2006/relationships/tags" Target="../tags/tag13.xml"/><Relationship Id="rId25" Type="http://schemas.openxmlformats.org/officeDocument/2006/relationships/tags" Target="../tags/tag21.xml"/><Relationship Id="rId2" Type="http://schemas.openxmlformats.org/officeDocument/2006/relationships/slideLayout" Target="../slideLayouts/slideLayout2.xml"/><Relationship Id="rId16" Type="http://schemas.openxmlformats.org/officeDocument/2006/relationships/tags" Target="../tags/tag12.xml"/><Relationship Id="rId20" Type="http://schemas.openxmlformats.org/officeDocument/2006/relationships/tags" Target="../tags/tag16.xml"/><Relationship Id="rId29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tags" Target="../tags/tag2.xml"/><Relationship Id="rId11" Type="http://schemas.openxmlformats.org/officeDocument/2006/relationships/tags" Target="../tags/tag7.xml"/><Relationship Id="rId24" Type="http://schemas.openxmlformats.org/officeDocument/2006/relationships/tags" Target="../tags/tag20.xml"/><Relationship Id="rId5" Type="http://schemas.openxmlformats.org/officeDocument/2006/relationships/theme" Target="../theme/theme1.xml"/><Relationship Id="rId15" Type="http://schemas.openxmlformats.org/officeDocument/2006/relationships/tags" Target="../tags/tag11.xml"/><Relationship Id="rId23" Type="http://schemas.openxmlformats.org/officeDocument/2006/relationships/tags" Target="../tags/tag19.xml"/><Relationship Id="rId28" Type="http://schemas.openxmlformats.org/officeDocument/2006/relationships/tags" Target="../tags/tag24.xml"/><Relationship Id="rId10" Type="http://schemas.openxmlformats.org/officeDocument/2006/relationships/tags" Target="../tags/tag6.xml"/><Relationship Id="rId19" Type="http://schemas.openxmlformats.org/officeDocument/2006/relationships/tags" Target="../tags/tag15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5.xml"/><Relationship Id="rId14" Type="http://schemas.openxmlformats.org/officeDocument/2006/relationships/tags" Target="../tags/tag10.xml"/><Relationship Id="rId22" Type="http://schemas.openxmlformats.org/officeDocument/2006/relationships/tags" Target="../tags/tag18.xml"/><Relationship Id="rId27" Type="http://schemas.openxmlformats.org/officeDocument/2006/relationships/tags" Target="../tags/tag23.xml"/><Relationship Id="rId30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4BC40847-AF8B-4097-9A07-2349A751A0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518170259"/>
              </p:ext>
            </p:extLst>
          </p:nvPr>
        </p:nvGraphicFramePr>
        <p:xfrm>
          <a:off x="1192" y="1587"/>
          <a:ext cx="1190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9" imgW="413" imgH="416" progId="TCLayout.ActiveDocument.1">
                  <p:embed/>
                </p:oleObj>
              </mc:Choice>
              <mc:Fallback>
                <p:oleObj name="think-cell 幻灯片" r:id="rId29" imgW="413" imgH="416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4BC40847-AF8B-4097-9A07-2349A751A0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0"/>
                      <a:stretch>
                        <a:fillRect/>
                      </a:stretch>
                    </p:blipFill>
                    <p:spPr>
                      <a:xfrm>
                        <a:off x="1192" y="1587"/>
                        <a:ext cx="1190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A194173E-7BB3-47F4-8EAD-18BFC563F97A}"/>
              </a:ext>
            </a:extLst>
          </p:cNvPr>
          <p:cNvSpPr/>
          <p:nvPr userDrawn="1">
            <p:custDataLst>
              <p:tags r:id="rId7"/>
            </p:custDataLst>
          </p:nvPr>
        </p:nvSpPr>
        <p:spPr>
          <a:xfrm>
            <a:off x="1" y="0"/>
            <a:ext cx="119063" cy="158750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500" b="1" i="0" baseline="0" dirty="0">
              <a:solidFill>
                <a:schemeClr val="bg1"/>
              </a:solidFill>
              <a:latin typeface="Georgia" panose="02040502050405020303" pitchFamily="18" charset="0"/>
              <a:ea typeface="+mj-ea"/>
              <a:cs typeface="+mj-cs"/>
              <a:sym typeface="Georgia" panose="02040502050405020303" pitchFamily="18" charset="0"/>
            </a:endParaRPr>
          </a:p>
        </p:txBody>
      </p:sp>
      <p:sp>
        <p:nvSpPr>
          <p:cNvPr id="103" name="SlideLogoText">
            <a:extLst>
              <a:ext uri="{FF2B5EF4-FFF2-40B4-BE49-F238E27FC236}">
                <a16:creationId xmlns:a16="http://schemas.microsoft.com/office/drawing/2014/main" id="{69FC0062-74AE-4BDA-ACE7-D069B448DDBC}"/>
              </a:ext>
            </a:extLst>
          </p:cNvPr>
          <p:cNvSpPr txBox="1"/>
          <p:nvPr userDrawn="1">
            <p:custDataLst>
              <p:tags r:id="rId8"/>
            </p:custDataLst>
          </p:nvPr>
        </p:nvSpPr>
        <p:spPr>
          <a:xfrm>
            <a:off x="7465013" y="6499383"/>
            <a:ext cx="1134926" cy="138499"/>
          </a:xfrm>
          <a:prstGeom prst="rect">
            <a:avLst/>
          </a:prstGeom>
          <a:noFill/>
        </p:spPr>
        <p:txBody>
          <a:bodyPr wrap="none" lIns="0" tIns="0" rIns="0" bIns="0" rtlCol="0" anchor="b">
            <a:spAutoFit/>
          </a:bodyPr>
          <a:lstStyle/>
          <a:p>
            <a:pPr marL="0" marR="0" lvl="0" indent="0" algn="ctr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kern="1200" dirty="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rPr>
              <a:t>McKinsey &amp; Company</a:t>
            </a:r>
          </a:p>
        </p:txBody>
      </p:sp>
      <p:cxnSp>
        <p:nvCxnSpPr>
          <p:cNvPr id="106" name="BottomLine">
            <a:extLst>
              <a:ext uri="{FF2B5EF4-FFF2-40B4-BE49-F238E27FC236}">
                <a16:creationId xmlns:a16="http://schemas.microsoft.com/office/drawing/2014/main" id="{8B868434-776E-46FC-90D6-2CC6F63A9A51}"/>
              </a:ext>
            </a:extLst>
          </p:cNvPr>
          <p:cNvCxnSpPr/>
          <p:nvPr userDrawn="1">
            <p:custDataLst>
              <p:tags r:id="rId9"/>
            </p:custDataLst>
          </p:nvPr>
        </p:nvCxnSpPr>
        <p:spPr>
          <a:xfrm>
            <a:off x="416054" y="6453769"/>
            <a:ext cx="831189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TopLine">
            <a:extLst>
              <a:ext uri="{FF2B5EF4-FFF2-40B4-BE49-F238E27FC236}">
                <a16:creationId xmlns:a16="http://schemas.microsoft.com/office/drawing/2014/main" id="{00E8CD27-C104-4563-9322-C0A2ABFCB5E3}"/>
              </a:ext>
            </a:extLst>
          </p:cNvPr>
          <p:cNvCxnSpPr/>
          <p:nvPr userDrawn="1">
            <p:custDataLst>
              <p:tags r:id="rId10"/>
            </p:custDataLst>
          </p:nvPr>
        </p:nvCxnSpPr>
        <p:spPr>
          <a:xfrm>
            <a:off x="416054" y="1181906"/>
            <a:ext cx="8311896" cy="0"/>
          </a:xfrm>
          <a:prstGeom prst="line">
            <a:avLst/>
          </a:prstGeom>
          <a:ln w="6350">
            <a:solidFill>
              <a:schemeClr val="tx1"/>
            </a:solidFill>
            <a:miter lim="800000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4. Footnote" hidden="1">
            <a:extLst>
              <a:ext uri="{FF2B5EF4-FFF2-40B4-BE49-F238E27FC236}">
                <a16:creationId xmlns:a16="http://schemas.microsoft.com/office/drawing/2014/main" id="{772E4927-517C-4D61-9929-9FFDE5F31A03}"/>
              </a:ext>
            </a:extLst>
          </p:cNvPr>
          <p:cNvSpPr txBox="1"/>
          <p:nvPr userDrawn="1">
            <p:custDataLst>
              <p:tags r:id="rId11"/>
            </p:custDataLst>
          </p:nvPr>
        </p:nvSpPr>
        <p:spPr>
          <a:xfrm>
            <a:off x="415480" y="6279158"/>
            <a:ext cx="5458968" cy="122982"/>
          </a:xfrm>
          <a:prstGeom prst="rect">
            <a:avLst/>
          </a:prstGeom>
          <a:noFill/>
        </p:spPr>
        <p:txBody>
          <a:bodyPr wrap="square" lIns="0" tIns="0" rIns="0" bIns="0" rtlCol="0" anchor="b">
            <a:spAutoFit/>
          </a:bodyPr>
          <a:lstStyle/>
          <a:p>
            <a:pPr marL="0" marR="0" lvl="0" indent="0" algn="l" defTabSz="9144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99" kern="1200" dirty="0">
                <a:latin typeface="+mn-lt"/>
                <a:ea typeface="+mn-ea"/>
                <a:cs typeface="Arial" panose="020B0604020202020204" pitchFamily="34" charset="0"/>
              </a:rPr>
              <a:t>Footnotes</a:t>
            </a:r>
          </a:p>
        </p:txBody>
      </p:sp>
      <p:sp>
        <p:nvSpPr>
          <p:cNvPr id="57" name="2. Slide Title">
            <a:extLst>
              <a:ext uri="{FF2B5EF4-FFF2-40B4-BE49-F238E27FC236}">
                <a16:creationId xmlns:a16="http://schemas.microsoft.com/office/drawing/2014/main" id="{98FF70AE-7EF6-4E5B-9FFE-B44C852C9FBA}"/>
              </a:ext>
            </a:extLst>
          </p:cNvPr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416054" y="172213"/>
            <a:ext cx="8311896" cy="731520"/>
          </a:xfrm>
          <a:prstGeom prst="rect">
            <a:avLst/>
          </a:prstGeom>
        </p:spPr>
        <p:txBody>
          <a:bodyPr vert="horz" wrap="square" lIns="0" tIns="0" rIns="0" bIns="0" rtlCol="0" anchor="b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8" name="Text Placeholder 2">
            <a:extLst>
              <a:ext uri="{FF2B5EF4-FFF2-40B4-BE49-F238E27FC236}">
                <a16:creationId xmlns:a16="http://schemas.microsoft.com/office/drawing/2014/main" id="{192DB789-515B-4504-BE53-6445F24276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054" y="2171700"/>
            <a:ext cx="8311896" cy="2523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59" name="Grid" hidden="1">
            <a:extLst>
              <a:ext uri="{FF2B5EF4-FFF2-40B4-BE49-F238E27FC236}">
                <a16:creationId xmlns:a16="http://schemas.microsoft.com/office/drawing/2014/main" id="{D35250B8-D61E-4F1A-9ACD-6E1BB958B78E}"/>
              </a:ext>
            </a:extLst>
          </p:cNvPr>
          <p:cNvGrpSpPr/>
          <p:nvPr userDrawn="1">
            <p:custDataLst>
              <p:tags r:id="rId13"/>
            </p:custDataLst>
          </p:nvPr>
        </p:nvGrpSpPr>
        <p:grpSpPr>
          <a:xfrm>
            <a:off x="1" y="1"/>
            <a:ext cx="9142857" cy="6858000"/>
            <a:chOff x="0" y="0"/>
            <a:chExt cx="12190476" cy="6858000"/>
          </a:xfrm>
        </p:grpSpPr>
        <p:sp>
          <p:nvSpPr>
            <p:cNvPr id="60" name="slide margin">
              <a:extLst>
                <a:ext uri="{FF2B5EF4-FFF2-40B4-BE49-F238E27FC236}">
                  <a16:creationId xmlns:a16="http://schemas.microsoft.com/office/drawing/2014/main" id="{B96EBE04-E01D-4922-8601-F1AD43DC4DA0}"/>
                </a:ext>
              </a:extLst>
            </p:cNvPr>
            <p:cNvSpPr/>
            <p:nvPr/>
          </p:nvSpPr>
          <p:spPr bwMode="invGray">
            <a:xfrm>
              <a:off x="1524" y="0"/>
              <a:ext cx="12188952" cy="6858000"/>
            </a:xfrm>
            <a:custGeom>
              <a:avLst/>
              <a:gdLst>
                <a:gd name="connsiteX0" fmla="*/ 551868 w 12188952"/>
                <a:gd name="connsiteY0" fmla="*/ 1709928 h 6858000"/>
                <a:gd name="connsiteX1" fmla="*/ 551868 w 12188952"/>
                <a:gd name="connsiteY1" fmla="*/ 6217920 h 6858000"/>
                <a:gd name="connsiteX2" fmla="*/ 11636196 w 12188952"/>
                <a:gd name="connsiteY2" fmla="*/ 6217920 h 6858000"/>
                <a:gd name="connsiteX3" fmla="*/ 11636196 w 12188952"/>
                <a:gd name="connsiteY3" fmla="*/ 1709928 h 6858000"/>
                <a:gd name="connsiteX4" fmla="*/ 0 w 12188952"/>
                <a:gd name="connsiteY4" fmla="*/ 0 h 6858000"/>
                <a:gd name="connsiteX5" fmla="*/ 12188952 w 12188952"/>
                <a:gd name="connsiteY5" fmla="*/ 0 h 6858000"/>
                <a:gd name="connsiteX6" fmla="*/ 12188952 w 12188952"/>
                <a:gd name="connsiteY6" fmla="*/ 6858000 h 6858000"/>
                <a:gd name="connsiteX7" fmla="*/ 0 w 12188952"/>
                <a:gd name="connsiteY7" fmla="*/ 685800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188952" h="6858000">
                  <a:moveTo>
                    <a:pt x="551868" y="1709928"/>
                  </a:moveTo>
                  <a:lnTo>
                    <a:pt x="551868" y="6217920"/>
                  </a:lnTo>
                  <a:lnTo>
                    <a:pt x="11636196" y="6217920"/>
                  </a:lnTo>
                  <a:lnTo>
                    <a:pt x="11636196" y="1709928"/>
                  </a:lnTo>
                  <a:close/>
                  <a:moveTo>
                    <a:pt x="0" y="0"/>
                  </a:moveTo>
                  <a:lnTo>
                    <a:pt x="12188952" y="0"/>
                  </a:lnTo>
                  <a:lnTo>
                    <a:pt x="12188952" y="6858000"/>
                  </a:lnTo>
                  <a:lnTo>
                    <a:pt x="0" y="6858000"/>
                  </a:lnTo>
                  <a:close/>
                </a:path>
              </a:pathLst>
            </a:custGeom>
            <a:solidFill>
              <a:srgbClr val="FF0000">
                <a:alpha val="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en-US" sz="987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61" name="Straight Connector 60">
              <a:extLst>
                <a:ext uri="{FF2B5EF4-FFF2-40B4-BE49-F238E27FC236}">
                  <a16:creationId xmlns:a16="http://schemas.microsoft.com/office/drawing/2014/main" id="{5CA037B0-2A91-4357-A969-80F65F949266}"/>
                </a:ext>
              </a:extLst>
            </p:cNvPr>
            <p:cNvCxnSpPr/>
            <p:nvPr/>
          </p:nvCxnSpPr>
          <p:spPr bwMode="invGray">
            <a:xfrm>
              <a:off x="85946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>
              <a:extLst>
                <a:ext uri="{FF2B5EF4-FFF2-40B4-BE49-F238E27FC236}">
                  <a16:creationId xmlns:a16="http://schemas.microsoft.com/office/drawing/2014/main" id="{E1BD7C67-EF90-4AA0-BA50-51299E7EEE4C}"/>
                </a:ext>
              </a:extLst>
            </p:cNvPr>
            <p:cNvCxnSpPr/>
            <p:nvPr/>
          </p:nvCxnSpPr>
          <p:spPr bwMode="invGray">
            <a:xfrm>
              <a:off x="1133254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>
              <a:extLst>
                <a:ext uri="{FF2B5EF4-FFF2-40B4-BE49-F238E27FC236}">
                  <a16:creationId xmlns:a16="http://schemas.microsoft.com/office/drawing/2014/main" id="{7719564A-5227-44A7-ABC0-4C6BBC1E2D6F}"/>
                </a:ext>
              </a:extLst>
            </p:cNvPr>
            <p:cNvCxnSpPr/>
            <p:nvPr/>
          </p:nvCxnSpPr>
          <p:spPr bwMode="invGray">
            <a:xfrm>
              <a:off x="1811559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>
              <a:extLst>
                <a:ext uri="{FF2B5EF4-FFF2-40B4-BE49-F238E27FC236}">
                  <a16:creationId xmlns:a16="http://schemas.microsoft.com/office/drawing/2014/main" id="{0FD85D0C-74E8-4603-86B8-FCC481122CE8}"/>
                </a:ext>
              </a:extLst>
            </p:cNvPr>
            <p:cNvCxnSpPr/>
            <p:nvPr/>
          </p:nvCxnSpPr>
          <p:spPr bwMode="invGray">
            <a:xfrm>
              <a:off x="2763658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>
              <a:extLst>
                <a:ext uri="{FF2B5EF4-FFF2-40B4-BE49-F238E27FC236}">
                  <a16:creationId xmlns:a16="http://schemas.microsoft.com/office/drawing/2014/main" id="{7F8BF8BD-68B4-4717-8162-382FFCC9BC9A}"/>
                </a:ext>
              </a:extLst>
            </p:cNvPr>
            <p:cNvCxnSpPr/>
            <p:nvPr/>
          </p:nvCxnSpPr>
          <p:spPr bwMode="invGray">
            <a:xfrm>
              <a:off x="3715757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>
              <a:extLst>
                <a:ext uri="{FF2B5EF4-FFF2-40B4-BE49-F238E27FC236}">
                  <a16:creationId xmlns:a16="http://schemas.microsoft.com/office/drawing/2014/main" id="{89DB0B65-FCD8-4DD7-833A-DEED6A420E2A}"/>
                </a:ext>
              </a:extLst>
            </p:cNvPr>
            <p:cNvCxnSpPr/>
            <p:nvPr/>
          </p:nvCxnSpPr>
          <p:spPr bwMode="invGray">
            <a:xfrm>
              <a:off x="4667856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>
              <a:extLst>
                <a:ext uri="{FF2B5EF4-FFF2-40B4-BE49-F238E27FC236}">
                  <a16:creationId xmlns:a16="http://schemas.microsoft.com/office/drawing/2014/main" id="{E18151F3-D51F-4302-95BF-AE8E806F628D}"/>
                </a:ext>
              </a:extLst>
            </p:cNvPr>
            <p:cNvCxnSpPr/>
            <p:nvPr/>
          </p:nvCxnSpPr>
          <p:spPr bwMode="invGray">
            <a:xfrm>
              <a:off x="5619955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35A6B330-5ACC-486B-8131-B7F5407825B2}"/>
                </a:ext>
              </a:extLst>
            </p:cNvPr>
            <p:cNvCxnSpPr/>
            <p:nvPr/>
          </p:nvCxnSpPr>
          <p:spPr bwMode="invGray">
            <a:xfrm>
              <a:off x="6572054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>
              <a:extLst>
                <a:ext uri="{FF2B5EF4-FFF2-40B4-BE49-F238E27FC236}">
                  <a16:creationId xmlns:a16="http://schemas.microsoft.com/office/drawing/2014/main" id="{DA5DE7AD-CCFE-4A85-9421-C7CEA9F80DEC}"/>
                </a:ext>
              </a:extLst>
            </p:cNvPr>
            <p:cNvCxnSpPr/>
            <p:nvPr/>
          </p:nvCxnSpPr>
          <p:spPr bwMode="invGray">
            <a:xfrm>
              <a:off x="7524153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>
              <a:extLst>
                <a:ext uri="{FF2B5EF4-FFF2-40B4-BE49-F238E27FC236}">
                  <a16:creationId xmlns:a16="http://schemas.microsoft.com/office/drawing/2014/main" id="{6E2A9A81-75D1-41A9-9821-54FC36E753C1}"/>
                </a:ext>
              </a:extLst>
            </p:cNvPr>
            <p:cNvCxnSpPr/>
            <p:nvPr/>
          </p:nvCxnSpPr>
          <p:spPr bwMode="invGray">
            <a:xfrm>
              <a:off x="8476252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>
              <a:extLst>
                <a:ext uri="{FF2B5EF4-FFF2-40B4-BE49-F238E27FC236}">
                  <a16:creationId xmlns:a16="http://schemas.microsoft.com/office/drawing/2014/main" id="{86FE52AA-2DD1-4D00-A984-41CDC38B2D7F}"/>
                </a:ext>
              </a:extLst>
            </p:cNvPr>
            <p:cNvCxnSpPr/>
            <p:nvPr/>
          </p:nvCxnSpPr>
          <p:spPr bwMode="invGray">
            <a:xfrm>
              <a:off x="9428351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>
              <a:extLst>
                <a:ext uri="{FF2B5EF4-FFF2-40B4-BE49-F238E27FC236}">
                  <a16:creationId xmlns:a16="http://schemas.microsoft.com/office/drawing/2014/main" id="{85C9FC50-7177-43E6-9E56-DC9A2E6B7E6E}"/>
                </a:ext>
              </a:extLst>
            </p:cNvPr>
            <p:cNvCxnSpPr/>
            <p:nvPr/>
          </p:nvCxnSpPr>
          <p:spPr bwMode="invGray">
            <a:xfrm>
              <a:off x="10380450" y="0"/>
              <a:ext cx="0" cy="6858000"/>
            </a:xfrm>
            <a:prstGeom prst="line">
              <a:avLst/>
            </a:prstGeom>
            <a:ln>
              <a:solidFill>
                <a:srgbClr val="19D3C5">
                  <a:alpha val="40000"/>
                </a:srgbClr>
              </a:solidFill>
              <a:prstDash val="lg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BC97F85A-62E2-4591-B8D0-4F068B177B5D}"/>
                </a:ext>
              </a:extLst>
            </p:cNvPr>
            <p:cNvSpPr/>
            <p:nvPr/>
          </p:nvSpPr>
          <p:spPr bwMode="invGray">
            <a:xfrm>
              <a:off x="152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7F4B967A-CF91-473D-8A35-2BE771F9F590}"/>
                </a:ext>
              </a:extLst>
            </p:cNvPr>
            <p:cNvSpPr/>
            <p:nvPr/>
          </p:nvSpPr>
          <p:spPr bwMode="invGray">
            <a:xfrm>
              <a:off x="1167385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5AC41621-77EA-4492-8E68-0BE34108294A}"/>
                </a:ext>
              </a:extLst>
            </p:cNvPr>
            <p:cNvSpPr/>
            <p:nvPr/>
          </p:nvSpPr>
          <p:spPr bwMode="invGray">
            <a:xfrm>
              <a:off x="2119484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31A06AD2-A9EA-45D9-B15C-089884A54107}"/>
                </a:ext>
              </a:extLst>
            </p:cNvPr>
            <p:cNvSpPr/>
            <p:nvPr/>
          </p:nvSpPr>
          <p:spPr bwMode="invGray">
            <a:xfrm>
              <a:off x="3071583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3A7B39CC-379F-4224-9E59-81B1690088A0}"/>
                </a:ext>
              </a:extLst>
            </p:cNvPr>
            <p:cNvSpPr/>
            <p:nvPr/>
          </p:nvSpPr>
          <p:spPr bwMode="invGray">
            <a:xfrm>
              <a:off x="4023681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F8002ACB-1459-4214-B28A-B38E8A1FF8A6}"/>
                </a:ext>
              </a:extLst>
            </p:cNvPr>
            <p:cNvSpPr/>
            <p:nvPr/>
          </p:nvSpPr>
          <p:spPr bwMode="invGray">
            <a:xfrm>
              <a:off x="4975780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71D59E94-AA3C-4DE0-8345-20C71667A205}"/>
                </a:ext>
              </a:extLst>
            </p:cNvPr>
            <p:cNvSpPr/>
            <p:nvPr/>
          </p:nvSpPr>
          <p:spPr bwMode="invGray">
            <a:xfrm>
              <a:off x="5927879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5805F09B-786C-43E4-8288-B1AAF94C8ADE}"/>
                </a:ext>
              </a:extLst>
            </p:cNvPr>
            <p:cNvSpPr/>
            <p:nvPr/>
          </p:nvSpPr>
          <p:spPr bwMode="invGray">
            <a:xfrm>
              <a:off x="6879978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5FB23B6E-567C-4896-8B32-DA4C452B4AE7}"/>
                </a:ext>
              </a:extLst>
            </p:cNvPr>
            <p:cNvSpPr/>
            <p:nvPr/>
          </p:nvSpPr>
          <p:spPr bwMode="invGray">
            <a:xfrm>
              <a:off x="7832077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792231-972E-4476-BAF2-761E10463BA8}"/>
                </a:ext>
              </a:extLst>
            </p:cNvPr>
            <p:cNvSpPr/>
            <p:nvPr/>
          </p:nvSpPr>
          <p:spPr bwMode="invGray">
            <a:xfrm>
              <a:off x="8784176" y="0"/>
              <a:ext cx="339451" cy="6858000"/>
            </a:xfrm>
            <a:custGeom>
              <a:avLst/>
              <a:gdLst>
                <a:gd name="connsiteX0" fmla="*/ 0 w 339451"/>
                <a:gd name="connsiteY0" fmla="*/ 0 h 6858000"/>
                <a:gd name="connsiteX1" fmla="*/ 339451 w 339451"/>
                <a:gd name="connsiteY1" fmla="*/ 0 h 6858000"/>
                <a:gd name="connsiteX2" fmla="*/ 339451 w 339451"/>
                <a:gd name="connsiteY2" fmla="*/ 6858000 h 6858000"/>
                <a:gd name="connsiteX3" fmla="*/ 0 w 339451"/>
                <a:gd name="connsiteY3" fmla="*/ 6858000 h 6858000"/>
                <a:gd name="connsiteX4" fmla="*/ 0 w 339451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1" h="6858000">
                  <a:moveTo>
                    <a:pt x="0" y="0"/>
                  </a:moveTo>
                  <a:lnTo>
                    <a:pt x="339451" y="0"/>
                  </a:lnTo>
                  <a:lnTo>
                    <a:pt x="339451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908370B7-3D11-4F78-B977-D8F0DE2694ED}"/>
                </a:ext>
              </a:extLst>
            </p:cNvPr>
            <p:cNvSpPr/>
            <p:nvPr/>
          </p:nvSpPr>
          <p:spPr bwMode="invGray">
            <a:xfrm>
              <a:off x="9736274" y="0"/>
              <a:ext cx="339450" cy="6858000"/>
            </a:xfrm>
            <a:custGeom>
              <a:avLst/>
              <a:gdLst>
                <a:gd name="connsiteX0" fmla="*/ 0 w 339450"/>
                <a:gd name="connsiteY0" fmla="*/ 0 h 6858000"/>
                <a:gd name="connsiteX1" fmla="*/ 339450 w 339450"/>
                <a:gd name="connsiteY1" fmla="*/ 0 h 6858000"/>
                <a:gd name="connsiteX2" fmla="*/ 339450 w 339450"/>
                <a:gd name="connsiteY2" fmla="*/ 6858000 h 6858000"/>
                <a:gd name="connsiteX3" fmla="*/ 0 w 339450"/>
                <a:gd name="connsiteY3" fmla="*/ 6858000 h 6858000"/>
                <a:gd name="connsiteX4" fmla="*/ 0 w 339450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9450" h="6858000">
                  <a:moveTo>
                    <a:pt x="0" y="0"/>
                  </a:moveTo>
                  <a:lnTo>
                    <a:pt x="339450" y="0"/>
                  </a:lnTo>
                  <a:lnTo>
                    <a:pt x="339450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C11EA99D-D15D-43C2-BF4E-36554B346AB6}"/>
                </a:ext>
              </a:extLst>
            </p:cNvPr>
            <p:cNvSpPr/>
            <p:nvPr/>
          </p:nvSpPr>
          <p:spPr bwMode="invGray">
            <a:xfrm>
              <a:off x="10688372" y="0"/>
              <a:ext cx="336244" cy="6858000"/>
            </a:xfrm>
            <a:custGeom>
              <a:avLst/>
              <a:gdLst>
                <a:gd name="connsiteX0" fmla="*/ 0 w 336244"/>
                <a:gd name="connsiteY0" fmla="*/ 0 h 6858000"/>
                <a:gd name="connsiteX1" fmla="*/ 336244 w 336244"/>
                <a:gd name="connsiteY1" fmla="*/ 0 h 6858000"/>
                <a:gd name="connsiteX2" fmla="*/ 336244 w 336244"/>
                <a:gd name="connsiteY2" fmla="*/ 6858000 h 6858000"/>
                <a:gd name="connsiteX3" fmla="*/ 0 w 336244"/>
                <a:gd name="connsiteY3" fmla="*/ 6858000 h 6858000"/>
                <a:gd name="connsiteX4" fmla="*/ 0 w 336244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6244" h="6858000">
                  <a:moveTo>
                    <a:pt x="0" y="0"/>
                  </a:moveTo>
                  <a:lnTo>
                    <a:pt x="336244" y="0"/>
                  </a:lnTo>
                  <a:lnTo>
                    <a:pt x="336244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3A72B2F6-0AFF-4E6E-AFFF-60767DB3FA63}"/>
                </a:ext>
              </a:extLst>
            </p:cNvPr>
            <p:cNvSpPr/>
            <p:nvPr/>
          </p:nvSpPr>
          <p:spPr bwMode="invGray">
            <a:xfrm>
              <a:off x="11637264" y="0"/>
              <a:ext cx="553212" cy="6858000"/>
            </a:xfrm>
            <a:custGeom>
              <a:avLst/>
              <a:gdLst>
                <a:gd name="connsiteX0" fmla="*/ 0 w 553212"/>
                <a:gd name="connsiteY0" fmla="*/ 0 h 6858000"/>
                <a:gd name="connsiteX1" fmla="*/ 553212 w 553212"/>
                <a:gd name="connsiteY1" fmla="*/ 0 h 6858000"/>
                <a:gd name="connsiteX2" fmla="*/ 553212 w 553212"/>
                <a:gd name="connsiteY2" fmla="*/ 6858000 h 6858000"/>
                <a:gd name="connsiteX3" fmla="*/ 0 w 553212"/>
                <a:gd name="connsiteY3" fmla="*/ 6858000 h 6858000"/>
                <a:gd name="connsiteX4" fmla="*/ 0 w 553212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53212" h="6858000">
                  <a:moveTo>
                    <a:pt x="0" y="0"/>
                  </a:moveTo>
                  <a:lnTo>
                    <a:pt x="553212" y="0"/>
                  </a:lnTo>
                  <a:lnTo>
                    <a:pt x="553212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A68F8E74-3AE4-4AF9-9F36-63344C9076D2}"/>
                </a:ext>
              </a:extLst>
            </p:cNvPr>
            <p:cNvSpPr/>
            <p:nvPr/>
          </p:nvSpPr>
          <p:spPr bwMode="invGray">
            <a:xfrm>
              <a:off x="7219428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1D5F169-E1D4-48A3-AE5B-F5F1BEF2E7CF}"/>
                </a:ext>
              </a:extLst>
            </p:cNvPr>
            <p:cNvSpPr/>
            <p:nvPr userDrawn="1"/>
          </p:nvSpPr>
          <p:spPr bwMode="invGray">
            <a:xfrm>
              <a:off x="1506835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4230F928-F9B2-4955-9800-74DE09DCE6F2}"/>
                </a:ext>
              </a:extLst>
            </p:cNvPr>
            <p:cNvSpPr/>
            <p:nvPr userDrawn="1"/>
          </p:nvSpPr>
          <p:spPr bwMode="invGray">
            <a:xfrm>
              <a:off x="2458934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37C829A9-6808-4531-8C12-A84988E6DEE1}"/>
                </a:ext>
              </a:extLst>
            </p:cNvPr>
            <p:cNvSpPr/>
            <p:nvPr userDrawn="1"/>
          </p:nvSpPr>
          <p:spPr bwMode="invGray">
            <a:xfrm>
              <a:off x="3411033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7FA5964C-E9C5-4C2F-BD6E-47BAFB5B6D17}"/>
                </a:ext>
              </a:extLst>
            </p:cNvPr>
            <p:cNvSpPr/>
            <p:nvPr userDrawn="1"/>
          </p:nvSpPr>
          <p:spPr bwMode="invGray">
            <a:xfrm>
              <a:off x="4363132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3C168D8D-76CE-4BE5-BE95-79B96300EA3F}"/>
                </a:ext>
              </a:extLst>
            </p:cNvPr>
            <p:cNvSpPr/>
            <p:nvPr userDrawn="1"/>
          </p:nvSpPr>
          <p:spPr bwMode="invGray">
            <a:xfrm>
              <a:off x="5315230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6749465C-813A-45F9-8C3E-5D06C8584929}"/>
                </a:ext>
              </a:extLst>
            </p:cNvPr>
            <p:cNvSpPr/>
            <p:nvPr userDrawn="1"/>
          </p:nvSpPr>
          <p:spPr bwMode="invGray">
            <a:xfrm>
              <a:off x="6267329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53894C26-2473-4C24-B082-48DD1E92241C}"/>
                </a:ext>
              </a:extLst>
            </p:cNvPr>
            <p:cNvSpPr/>
            <p:nvPr userDrawn="1"/>
          </p:nvSpPr>
          <p:spPr bwMode="invGray">
            <a:xfrm>
              <a:off x="8171527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BFDA0320-8435-46CA-B1B3-5203F54A419F}"/>
                </a:ext>
              </a:extLst>
            </p:cNvPr>
            <p:cNvSpPr/>
            <p:nvPr userDrawn="1"/>
          </p:nvSpPr>
          <p:spPr bwMode="invGray">
            <a:xfrm>
              <a:off x="912362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A42721E4-5D12-459C-AC2E-7CE148AF9062}"/>
                </a:ext>
              </a:extLst>
            </p:cNvPr>
            <p:cNvSpPr/>
            <p:nvPr userDrawn="1"/>
          </p:nvSpPr>
          <p:spPr bwMode="invGray">
            <a:xfrm>
              <a:off x="10075725" y="0"/>
              <a:ext cx="609447" cy="6858000"/>
            </a:xfrm>
            <a:custGeom>
              <a:avLst/>
              <a:gdLst>
                <a:gd name="connsiteX0" fmla="*/ 0 w 609447"/>
                <a:gd name="connsiteY0" fmla="*/ 0 h 6858000"/>
                <a:gd name="connsiteX1" fmla="*/ 609447 w 609447"/>
                <a:gd name="connsiteY1" fmla="*/ 0 h 6858000"/>
                <a:gd name="connsiteX2" fmla="*/ 609447 w 609447"/>
                <a:gd name="connsiteY2" fmla="*/ 6858000 h 6858000"/>
                <a:gd name="connsiteX3" fmla="*/ 0 w 609447"/>
                <a:gd name="connsiteY3" fmla="*/ 6858000 h 6858000"/>
                <a:gd name="connsiteX4" fmla="*/ 0 w 609447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7" h="6858000">
                  <a:moveTo>
                    <a:pt x="0" y="0"/>
                  </a:moveTo>
                  <a:lnTo>
                    <a:pt x="609447" y="0"/>
                  </a:lnTo>
                  <a:lnTo>
                    <a:pt x="609447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8BF7D46B-3779-49D0-BCB4-F2DCE091958D}"/>
                </a:ext>
              </a:extLst>
            </p:cNvPr>
            <p:cNvSpPr/>
            <p:nvPr userDrawn="1"/>
          </p:nvSpPr>
          <p:spPr bwMode="invGray">
            <a:xfrm>
              <a:off x="11027826" y="0"/>
              <a:ext cx="609438" cy="6858000"/>
            </a:xfrm>
            <a:custGeom>
              <a:avLst/>
              <a:gdLst>
                <a:gd name="connsiteX0" fmla="*/ 0 w 609438"/>
                <a:gd name="connsiteY0" fmla="*/ 0 h 6858000"/>
                <a:gd name="connsiteX1" fmla="*/ 609438 w 609438"/>
                <a:gd name="connsiteY1" fmla="*/ 0 h 6858000"/>
                <a:gd name="connsiteX2" fmla="*/ 609438 w 609438"/>
                <a:gd name="connsiteY2" fmla="*/ 6858000 h 6858000"/>
                <a:gd name="connsiteX3" fmla="*/ 0 w 609438"/>
                <a:gd name="connsiteY3" fmla="*/ 6858000 h 6858000"/>
                <a:gd name="connsiteX4" fmla="*/ 0 w 60943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38" h="6858000">
                  <a:moveTo>
                    <a:pt x="0" y="0"/>
                  </a:moveTo>
                  <a:lnTo>
                    <a:pt x="609438" y="0"/>
                  </a:lnTo>
                  <a:lnTo>
                    <a:pt x="60943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34464F0-BD7F-4488-85F0-EC20C24BECAA}"/>
                </a:ext>
              </a:extLst>
            </p:cNvPr>
            <p:cNvSpPr/>
            <p:nvPr userDrawn="1"/>
          </p:nvSpPr>
          <p:spPr bwMode="invGray">
            <a:xfrm>
              <a:off x="554736" y="0"/>
              <a:ext cx="609448" cy="6858000"/>
            </a:xfrm>
            <a:custGeom>
              <a:avLst/>
              <a:gdLst>
                <a:gd name="connsiteX0" fmla="*/ 0 w 609448"/>
                <a:gd name="connsiteY0" fmla="*/ 0 h 6858000"/>
                <a:gd name="connsiteX1" fmla="*/ 609448 w 609448"/>
                <a:gd name="connsiteY1" fmla="*/ 0 h 6858000"/>
                <a:gd name="connsiteX2" fmla="*/ 609448 w 609448"/>
                <a:gd name="connsiteY2" fmla="*/ 6858000 h 6858000"/>
                <a:gd name="connsiteX3" fmla="*/ 0 w 609448"/>
                <a:gd name="connsiteY3" fmla="*/ 6858000 h 6858000"/>
                <a:gd name="connsiteX4" fmla="*/ 0 w 609448"/>
                <a:gd name="connsiteY4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09448" h="6858000">
                  <a:moveTo>
                    <a:pt x="0" y="0"/>
                  </a:moveTo>
                  <a:lnTo>
                    <a:pt x="609448" y="0"/>
                  </a:lnTo>
                  <a:lnTo>
                    <a:pt x="609448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vert270" wrap="square" lIns="68572" tIns="34286" rIns="68572" bIns="34286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 algn="ctr"/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98" name="Straight Connector 97">
              <a:extLst>
                <a:ext uri="{FF2B5EF4-FFF2-40B4-BE49-F238E27FC236}">
                  <a16:creationId xmlns:a16="http://schemas.microsoft.com/office/drawing/2014/main" id="{82B54541-0CDD-4724-8101-AABFF1207033}"/>
                </a:ext>
              </a:extLst>
            </p:cNvPr>
            <p:cNvCxnSpPr/>
            <p:nvPr userDrawn="1"/>
          </p:nvCxnSpPr>
          <p:spPr bwMode="invGray">
            <a:xfrm>
              <a:off x="0" y="6217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45070398-8D55-4EE2-8CA4-47428E2AF03F}"/>
                </a:ext>
              </a:extLst>
            </p:cNvPr>
            <p:cNvCxnSpPr/>
            <p:nvPr userDrawn="1"/>
          </p:nvCxnSpPr>
          <p:spPr bwMode="invGray">
            <a:xfrm>
              <a:off x="0" y="3108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>
              <a:extLst>
                <a:ext uri="{FF2B5EF4-FFF2-40B4-BE49-F238E27FC236}">
                  <a16:creationId xmlns:a16="http://schemas.microsoft.com/office/drawing/2014/main" id="{42166891-56D0-4EBC-B681-501401DEF9D4}"/>
                </a:ext>
              </a:extLst>
            </p:cNvPr>
            <p:cNvCxnSpPr/>
            <p:nvPr userDrawn="1"/>
          </p:nvCxnSpPr>
          <p:spPr bwMode="invGray">
            <a:xfrm>
              <a:off x="0" y="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>
              <a:extLst>
                <a:ext uri="{FF2B5EF4-FFF2-40B4-BE49-F238E27FC236}">
                  <a16:creationId xmlns:a16="http://schemas.microsoft.com/office/drawing/2014/main" id="{C13A87E3-D106-41FF-A8CD-C27DABF0103D}"/>
                </a:ext>
              </a:extLst>
            </p:cNvPr>
            <p:cNvCxnSpPr/>
            <p:nvPr userDrawn="1"/>
          </p:nvCxnSpPr>
          <p:spPr bwMode="invGray">
            <a:xfrm>
              <a:off x="0" y="12435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>
              <a:extLst>
                <a:ext uri="{FF2B5EF4-FFF2-40B4-BE49-F238E27FC236}">
                  <a16:creationId xmlns:a16="http://schemas.microsoft.com/office/drawing/2014/main" id="{2164477D-838D-4C70-ADD7-37AD79A844AA}"/>
                </a:ext>
              </a:extLst>
            </p:cNvPr>
            <p:cNvCxnSpPr/>
            <p:nvPr userDrawn="1"/>
          </p:nvCxnSpPr>
          <p:spPr bwMode="invGray">
            <a:xfrm>
              <a:off x="0" y="9326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104">
              <a:extLst>
                <a:ext uri="{FF2B5EF4-FFF2-40B4-BE49-F238E27FC236}">
                  <a16:creationId xmlns:a16="http://schemas.microsoft.com/office/drawing/2014/main" id="{72B193C0-8980-4BB2-8E91-7A1C9ABE0B6C}"/>
                </a:ext>
              </a:extLst>
            </p:cNvPr>
            <p:cNvCxnSpPr/>
            <p:nvPr userDrawn="1"/>
          </p:nvCxnSpPr>
          <p:spPr bwMode="invGray">
            <a:xfrm>
              <a:off x="0" y="18653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>
              <a:extLst>
                <a:ext uri="{FF2B5EF4-FFF2-40B4-BE49-F238E27FC236}">
                  <a16:creationId xmlns:a16="http://schemas.microsoft.com/office/drawing/2014/main" id="{C1A94AAA-1D98-4233-842E-2A2F52812358}"/>
                </a:ext>
              </a:extLst>
            </p:cNvPr>
            <p:cNvCxnSpPr/>
            <p:nvPr userDrawn="1"/>
          </p:nvCxnSpPr>
          <p:spPr bwMode="invGray">
            <a:xfrm>
              <a:off x="0" y="15544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>
              <a:extLst>
                <a:ext uri="{FF2B5EF4-FFF2-40B4-BE49-F238E27FC236}">
                  <a16:creationId xmlns:a16="http://schemas.microsoft.com/office/drawing/2014/main" id="{E21F2B43-A2DC-42F4-8EA4-A8A4DA6D6FA7}"/>
                </a:ext>
              </a:extLst>
            </p:cNvPr>
            <p:cNvCxnSpPr/>
            <p:nvPr userDrawn="1"/>
          </p:nvCxnSpPr>
          <p:spPr bwMode="invGray">
            <a:xfrm>
              <a:off x="0" y="24871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>
              <a:extLst>
                <a:ext uri="{FF2B5EF4-FFF2-40B4-BE49-F238E27FC236}">
                  <a16:creationId xmlns:a16="http://schemas.microsoft.com/office/drawing/2014/main" id="{A60F0923-6896-405D-AD16-F097448F3E3D}"/>
                </a:ext>
              </a:extLst>
            </p:cNvPr>
            <p:cNvCxnSpPr/>
            <p:nvPr userDrawn="1"/>
          </p:nvCxnSpPr>
          <p:spPr bwMode="invGray">
            <a:xfrm>
              <a:off x="0" y="21762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>
              <a:extLst>
                <a:ext uri="{FF2B5EF4-FFF2-40B4-BE49-F238E27FC236}">
                  <a16:creationId xmlns:a16="http://schemas.microsoft.com/office/drawing/2014/main" id="{BC70D5B1-47D7-451F-B83A-973A26731A22}"/>
                </a:ext>
              </a:extLst>
            </p:cNvPr>
            <p:cNvCxnSpPr/>
            <p:nvPr userDrawn="1"/>
          </p:nvCxnSpPr>
          <p:spPr bwMode="invGray">
            <a:xfrm>
              <a:off x="0" y="310896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>
              <a:extLst>
                <a:ext uri="{FF2B5EF4-FFF2-40B4-BE49-F238E27FC236}">
                  <a16:creationId xmlns:a16="http://schemas.microsoft.com/office/drawing/2014/main" id="{3FD9A464-81FE-4829-A1C5-5CCEE42448B3}"/>
                </a:ext>
              </a:extLst>
            </p:cNvPr>
            <p:cNvCxnSpPr/>
            <p:nvPr userDrawn="1"/>
          </p:nvCxnSpPr>
          <p:spPr bwMode="invGray">
            <a:xfrm>
              <a:off x="0" y="27980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>
              <a:extLst>
                <a:ext uri="{FF2B5EF4-FFF2-40B4-BE49-F238E27FC236}">
                  <a16:creationId xmlns:a16="http://schemas.microsoft.com/office/drawing/2014/main" id="{8F55CAB0-53A2-417F-9F66-C0437933E98B}"/>
                </a:ext>
              </a:extLst>
            </p:cNvPr>
            <p:cNvCxnSpPr/>
            <p:nvPr userDrawn="1"/>
          </p:nvCxnSpPr>
          <p:spPr bwMode="invGray">
            <a:xfrm>
              <a:off x="0" y="373075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Connector 112">
              <a:extLst>
                <a:ext uri="{FF2B5EF4-FFF2-40B4-BE49-F238E27FC236}">
                  <a16:creationId xmlns:a16="http://schemas.microsoft.com/office/drawing/2014/main" id="{1547EE77-7495-47CB-BEC9-D5C742DF2B2C}"/>
                </a:ext>
              </a:extLst>
            </p:cNvPr>
            <p:cNvCxnSpPr/>
            <p:nvPr userDrawn="1"/>
          </p:nvCxnSpPr>
          <p:spPr bwMode="invGray">
            <a:xfrm>
              <a:off x="0" y="341985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Straight Connector 113">
              <a:extLst>
                <a:ext uri="{FF2B5EF4-FFF2-40B4-BE49-F238E27FC236}">
                  <a16:creationId xmlns:a16="http://schemas.microsoft.com/office/drawing/2014/main" id="{CA942184-696A-4A78-BB9D-3D619B990987}"/>
                </a:ext>
              </a:extLst>
            </p:cNvPr>
            <p:cNvCxnSpPr/>
            <p:nvPr userDrawn="1"/>
          </p:nvCxnSpPr>
          <p:spPr bwMode="invGray">
            <a:xfrm>
              <a:off x="0" y="43525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>
              <a:extLst>
                <a:ext uri="{FF2B5EF4-FFF2-40B4-BE49-F238E27FC236}">
                  <a16:creationId xmlns:a16="http://schemas.microsoft.com/office/drawing/2014/main" id="{1B5F4EE6-4D4C-4488-80DE-36C83D540765}"/>
                </a:ext>
              </a:extLst>
            </p:cNvPr>
            <p:cNvCxnSpPr/>
            <p:nvPr userDrawn="1"/>
          </p:nvCxnSpPr>
          <p:spPr bwMode="invGray">
            <a:xfrm>
              <a:off x="0" y="40416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Connector 115">
              <a:extLst>
                <a:ext uri="{FF2B5EF4-FFF2-40B4-BE49-F238E27FC236}">
                  <a16:creationId xmlns:a16="http://schemas.microsoft.com/office/drawing/2014/main" id="{CD3A42E3-1ED2-4BBE-8B0B-CEA491522F0A}"/>
                </a:ext>
              </a:extLst>
            </p:cNvPr>
            <p:cNvCxnSpPr/>
            <p:nvPr userDrawn="1"/>
          </p:nvCxnSpPr>
          <p:spPr bwMode="invGray">
            <a:xfrm>
              <a:off x="0" y="49743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94162AD8-9037-4220-B19F-7B3A0F44E941}"/>
                </a:ext>
              </a:extLst>
            </p:cNvPr>
            <p:cNvCxnSpPr/>
            <p:nvPr userDrawn="1"/>
          </p:nvCxnSpPr>
          <p:spPr bwMode="invGray">
            <a:xfrm>
              <a:off x="0" y="46634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4C20FB70-03E4-4D7E-BA41-546EAAB33089}"/>
                </a:ext>
              </a:extLst>
            </p:cNvPr>
            <p:cNvCxnSpPr/>
            <p:nvPr userDrawn="1"/>
          </p:nvCxnSpPr>
          <p:spPr bwMode="invGray">
            <a:xfrm>
              <a:off x="0" y="55961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Straight Connector 118">
              <a:extLst>
                <a:ext uri="{FF2B5EF4-FFF2-40B4-BE49-F238E27FC236}">
                  <a16:creationId xmlns:a16="http://schemas.microsoft.com/office/drawing/2014/main" id="{A84D3C92-FDAE-47DB-9457-A9B216922E98}"/>
                </a:ext>
              </a:extLst>
            </p:cNvPr>
            <p:cNvCxnSpPr/>
            <p:nvPr userDrawn="1"/>
          </p:nvCxnSpPr>
          <p:spPr bwMode="invGray">
            <a:xfrm>
              <a:off x="0" y="52852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B5DF0860-265F-4ABC-9F65-0C1D385DAA19}"/>
                </a:ext>
              </a:extLst>
            </p:cNvPr>
            <p:cNvCxnSpPr/>
            <p:nvPr userDrawn="1"/>
          </p:nvCxnSpPr>
          <p:spPr bwMode="invGray">
            <a:xfrm>
              <a:off x="0" y="62179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Connector 120">
              <a:extLst>
                <a:ext uri="{FF2B5EF4-FFF2-40B4-BE49-F238E27FC236}">
                  <a16:creationId xmlns:a16="http://schemas.microsoft.com/office/drawing/2014/main" id="{D878D1D5-E6E5-4FA6-AF6E-95E8AF796777}"/>
                </a:ext>
              </a:extLst>
            </p:cNvPr>
            <p:cNvCxnSpPr/>
            <p:nvPr userDrawn="1"/>
          </p:nvCxnSpPr>
          <p:spPr bwMode="invGray">
            <a:xfrm>
              <a:off x="0" y="59070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Connector 121">
              <a:extLst>
                <a:ext uri="{FF2B5EF4-FFF2-40B4-BE49-F238E27FC236}">
                  <a16:creationId xmlns:a16="http://schemas.microsoft.com/office/drawing/2014/main" id="{E11FF29A-4B39-4335-9BD5-ED902309BF79}"/>
                </a:ext>
              </a:extLst>
            </p:cNvPr>
            <p:cNvCxnSpPr/>
            <p:nvPr userDrawn="1"/>
          </p:nvCxnSpPr>
          <p:spPr bwMode="invGray">
            <a:xfrm>
              <a:off x="0" y="65288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>
              <a:extLst>
                <a:ext uri="{FF2B5EF4-FFF2-40B4-BE49-F238E27FC236}">
                  <a16:creationId xmlns:a16="http://schemas.microsoft.com/office/drawing/2014/main" id="{3A82A803-5E70-4523-9F20-67F308765C7E}"/>
                </a:ext>
              </a:extLst>
            </p:cNvPr>
            <p:cNvCxnSpPr/>
            <p:nvPr userDrawn="1"/>
          </p:nvCxnSpPr>
          <p:spPr bwMode="invGray">
            <a:xfrm>
              <a:off x="0" y="77724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Connector 123">
              <a:extLst>
                <a:ext uri="{FF2B5EF4-FFF2-40B4-BE49-F238E27FC236}">
                  <a16:creationId xmlns:a16="http://schemas.microsoft.com/office/drawing/2014/main" id="{B4208CB2-5882-4416-87C9-284BDAF3367A}"/>
                </a:ext>
              </a:extLst>
            </p:cNvPr>
            <p:cNvCxnSpPr/>
            <p:nvPr userDrawn="1"/>
          </p:nvCxnSpPr>
          <p:spPr bwMode="invGray">
            <a:xfrm>
              <a:off x="0" y="46634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5" name="Straight Connector 124">
              <a:extLst>
                <a:ext uri="{FF2B5EF4-FFF2-40B4-BE49-F238E27FC236}">
                  <a16:creationId xmlns:a16="http://schemas.microsoft.com/office/drawing/2014/main" id="{BD4116CD-6422-4E26-9703-D3F7C10FCD56}"/>
                </a:ext>
              </a:extLst>
            </p:cNvPr>
            <p:cNvCxnSpPr/>
            <p:nvPr userDrawn="1"/>
          </p:nvCxnSpPr>
          <p:spPr bwMode="invGray">
            <a:xfrm>
              <a:off x="0" y="15544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31AB3A35-E2FF-4178-896B-F08E77092825}"/>
                </a:ext>
              </a:extLst>
            </p:cNvPr>
            <p:cNvCxnSpPr/>
            <p:nvPr userDrawn="1"/>
          </p:nvCxnSpPr>
          <p:spPr bwMode="invGray">
            <a:xfrm>
              <a:off x="0" y="139903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26">
              <a:extLst>
                <a:ext uri="{FF2B5EF4-FFF2-40B4-BE49-F238E27FC236}">
                  <a16:creationId xmlns:a16="http://schemas.microsoft.com/office/drawing/2014/main" id="{2179C539-DD6F-48AA-8F80-27BC682014AF}"/>
                </a:ext>
              </a:extLst>
            </p:cNvPr>
            <p:cNvCxnSpPr/>
            <p:nvPr userDrawn="1"/>
          </p:nvCxnSpPr>
          <p:spPr bwMode="invGray">
            <a:xfrm>
              <a:off x="0" y="108813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2784004E-3271-4D1C-B1EA-CA1E334E0D03}"/>
                </a:ext>
              </a:extLst>
            </p:cNvPr>
            <p:cNvCxnSpPr/>
            <p:nvPr userDrawn="1"/>
          </p:nvCxnSpPr>
          <p:spPr bwMode="invGray">
            <a:xfrm>
              <a:off x="0" y="202082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Connector 128">
              <a:extLst>
                <a:ext uri="{FF2B5EF4-FFF2-40B4-BE49-F238E27FC236}">
                  <a16:creationId xmlns:a16="http://schemas.microsoft.com/office/drawing/2014/main" id="{3657725E-FBF6-491D-9BA1-E6A9727F4F2D}"/>
                </a:ext>
              </a:extLst>
            </p:cNvPr>
            <p:cNvCxnSpPr/>
            <p:nvPr userDrawn="1"/>
          </p:nvCxnSpPr>
          <p:spPr bwMode="invGray">
            <a:xfrm>
              <a:off x="0" y="170992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31244567-76A7-47AF-9353-403D05D533F0}"/>
                </a:ext>
              </a:extLst>
            </p:cNvPr>
            <p:cNvCxnSpPr/>
            <p:nvPr userDrawn="1"/>
          </p:nvCxnSpPr>
          <p:spPr bwMode="invGray">
            <a:xfrm>
              <a:off x="0" y="264261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Connector 130">
              <a:extLst>
                <a:ext uri="{FF2B5EF4-FFF2-40B4-BE49-F238E27FC236}">
                  <a16:creationId xmlns:a16="http://schemas.microsoft.com/office/drawing/2014/main" id="{EEC47A2A-ED3B-4AD0-ACD5-F8ED92644229}"/>
                </a:ext>
              </a:extLst>
            </p:cNvPr>
            <p:cNvCxnSpPr/>
            <p:nvPr userDrawn="1"/>
          </p:nvCxnSpPr>
          <p:spPr bwMode="invGray">
            <a:xfrm>
              <a:off x="0" y="233172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Connector 131">
              <a:extLst>
                <a:ext uri="{FF2B5EF4-FFF2-40B4-BE49-F238E27FC236}">
                  <a16:creationId xmlns:a16="http://schemas.microsoft.com/office/drawing/2014/main" id="{0F3E01E5-F569-4020-BCB0-083537701AB0}"/>
                </a:ext>
              </a:extLst>
            </p:cNvPr>
            <p:cNvCxnSpPr/>
            <p:nvPr userDrawn="1"/>
          </p:nvCxnSpPr>
          <p:spPr bwMode="invGray">
            <a:xfrm>
              <a:off x="0" y="326440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71121A42-5912-44C8-B9A3-FDEC8EA70284}"/>
                </a:ext>
              </a:extLst>
            </p:cNvPr>
            <p:cNvCxnSpPr/>
            <p:nvPr userDrawn="1"/>
          </p:nvCxnSpPr>
          <p:spPr bwMode="invGray">
            <a:xfrm>
              <a:off x="0" y="295351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Connector 133">
              <a:extLst>
                <a:ext uri="{FF2B5EF4-FFF2-40B4-BE49-F238E27FC236}">
                  <a16:creationId xmlns:a16="http://schemas.microsoft.com/office/drawing/2014/main" id="{659B1DE7-25C8-4743-8284-FA656D339F55}"/>
                </a:ext>
              </a:extLst>
            </p:cNvPr>
            <p:cNvCxnSpPr/>
            <p:nvPr userDrawn="1"/>
          </p:nvCxnSpPr>
          <p:spPr bwMode="invGray">
            <a:xfrm>
              <a:off x="0" y="388620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Connector 134">
              <a:extLst>
                <a:ext uri="{FF2B5EF4-FFF2-40B4-BE49-F238E27FC236}">
                  <a16:creationId xmlns:a16="http://schemas.microsoft.com/office/drawing/2014/main" id="{526249F1-59FB-44FC-8AF9-D7F90AFBEE2C}"/>
                </a:ext>
              </a:extLst>
            </p:cNvPr>
            <p:cNvCxnSpPr/>
            <p:nvPr userDrawn="1"/>
          </p:nvCxnSpPr>
          <p:spPr bwMode="invGray">
            <a:xfrm>
              <a:off x="0" y="357530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>
              <a:extLst>
                <a:ext uri="{FF2B5EF4-FFF2-40B4-BE49-F238E27FC236}">
                  <a16:creationId xmlns:a16="http://schemas.microsoft.com/office/drawing/2014/main" id="{E6D42779-D977-4405-A149-D8DE5B52134A}"/>
                </a:ext>
              </a:extLst>
            </p:cNvPr>
            <p:cNvCxnSpPr/>
            <p:nvPr userDrawn="1"/>
          </p:nvCxnSpPr>
          <p:spPr bwMode="invGray">
            <a:xfrm>
              <a:off x="0" y="450799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>
              <a:extLst>
                <a:ext uri="{FF2B5EF4-FFF2-40B4-BE49-F238E27FC236}">
                  <a16:creationId xmlns:a16="http://schemas.microsoft.com/office/drawing/2014/main" id="{27EE8A2F-6AD9-4AE7-B04B-7892891F84AC}"/>
                </a:ext>
              </a:extLst>
            </p:cNvPr>
            <p:cNvCxnSpPr/>
            <p:nvPr userDrawn="1"/>
          </p:nvCxnSpPr>
          <p:spPr bwMode="invGray">
            <a:xfrm>
              <a:off x="0" y="419709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Straight Connector 137">
              <a:extLst>
                <a:ext uri="{FF2B5EF4-FFF2-40B4-BE49-F238E27FC236}">
                  <a16:creationId xmlns:a16="http://schemas.microsoft.com/office/drawing/2014/main" id="{B8F4A59A-16C3-4C3A-AB79-FE22721EA641}"/>
                </a:ext>
              </a:extLst>
            </p:cNvPr>
            <p:cNvCxnSpPr/>
            <p:nvPr userDrawn="1"/>
          </p:nvCxnSpPr>
          <p:spPr bwMode="invGray">
            <a:xfrm>
              <a:off x="0" y="512978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Connector 138">
              <a:extLst>
                <a:ext uri="{FF2B5EF4-FFF2-40B4-BE49-F238E27FC236}">
                  <a16:creationId xmlns:a16="http://schemas.microsoft.com/office/drawing/2014/main" id="{5CA3A6CC-1A49-42F6-A318-99D9224BDC91}"/>
                </a:ext>
              </a:extLst>
            </p:cNvPr>
            <p:cNvCxnSpPr/>
            <p:nvPr userDrawn="1"/>
          </p:nvCxnSpPr>
          <p:spPr bwMode="invGray">
            <a:xfrm>
              <a:off x="0" y="481888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Connector 139">
              <a:extLst>
                <a:ext uri="{FF2B5EF4-FFF2-40B4-BE49-F238E27FC236}">
                  <a16:creationId xmlns:a16="http://schemas.microsoft.com/office/drawing/2014/main" id="{2DC3484E-5EF8-49C4-B1F6-75C854D50C80}"/>
                </a:ext>
              </a:extLst>
            </p:cNvPr>
            <p:cNvCxnSpPr/>
            <p:nvPr userDrawn="1"/>
          </p:nvCxnSpPr>
          <p:spPr bwMode="invGray">
            <a:xfrm>
              <a:off x="0" y="5751576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Connector 140">
              <a:extLst>
                <a:ext uri="{FF2B5EF4-FFF2-40B4-BE49-F238E27FC236}">
                  <a16:creationId xmlns:a16="http://schemas.microsoft.com/office/drawing/2014/main" id="{33461A54-E77E-414D-B7E0-7364070D9566}"/>
                </a:ext>
              </a:extLst>
            </p:cNvPr>
            <p:cNvCxnSpPr/>
            <p:nvPr userDrawn="1"/>
          </p:nvCxnSpPr>
          <p:spPr bwMode="invGray">
            <a:xfrm>
              <a:off x="0" y="5440680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Connector 141">
              <a:extLst>
                <a:ext uri="{FF2B5EF4-FFF2-40B4-BE49-F238E27FC236}">
                  <a16:creationId xmlns:a16="http://schemas.microsoft.com/office/drawing/2014/main" id="{29C48517-171B-43FD-A41C-58C9B531BDB5}"/>
                </a:ext>
              </a:extLst>
            </p:cNvPr>
            <p:cNvCxnSpPr/>
            <p:nvPr userDrawn="1"/>
          </p:nvCxnSpPr>
          <p:spPr bwMode="invGray">
            <a:xfrm>
              <a:off x="0" y="6373368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Connector 142">
              <a:extLst>
                <a:ext uri="{FF2B5EF4-FFF2-40B4-BE49-F238E27FC236}">
                  <a16:creationId xmlns:a16="http://schemas.microsoft.com/office/drawing/2014/main" id="{F429932A-1238-48FC-B171-20A3AA531D40}"/>
                </a:ext>
              </a:extLst>
            </p:cNvPr>
            <p:cNvCxnSpPr/>
            <p:nvPr userDrawn="1"/>
          </p:nvCxnSpPr>
          <p:spPr bwMode="invGray">
            <a:xfrm>
              <a:off x="0" y="6062472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Connector 143">
              <a:extLst>
                <a:ext uri="{FF2B5EF4-FFF2-40B4-BE49-F238E27FC236}">
                  <a16:creationId xmlns:a16="http://schemas.microsoft.com/office/drawing/2014/main" id="{7BED7651-AF04-41D4-9476-5A43476D85BB}"/>
                </a:ext>
              </a:extLst>
            </p:cNvPr>
            <p:cNvCxnSpPr/>
            <p:nvPr userDrawn="1"/>
          </p:nvCxnSpPr>
          <p:spPr bwMode="invGray">
            <a:xfrm>
              <a:off x="0" y="6684264"/>
              <a:ext cx="12188952" cy="0"/>
            </a:xfrm>
            <a:prstGeom prst="line">
              <a:avLst/>
            </a:prstGeom>
            <a:ln w="6350">
              <a:solidFill>
                <a:srgbClr val="19D3C5">
                  <a:alpha val="20000"/>
                </a:srgbClr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5" name="main body box">
              <a:extLst>
                <a:ext uri="{FF2B5EF4-FFF2-40B4-BE49-F238E27FC236}">
                  <a16:creationId xmlns:a16="http://schemas.microsoft.com/office/drawing/2014/main" id="{100DE417-9DB9-4840-8370-B716FFA27760}"/>
                </a:ext>
              </a:extLst>
            </p:cNvPr>
            <p:cNvSpPr/>
            <p:nvPr userDrawn="1"/>
          </p:nvSpPr>
          <p:spPr bwMode="invGray">
            <a:xfrm>
              <a:off x="554736" y="1709928"/>
              <a:ext cx="11082528" cy="4507992"/>
            </a:xfrm>
            <a:prstGeom prst="rect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  <p:txBody>
            <a:bodyPr vert="horz" wrap="square" lIns="68572" tIns="34286" rIns="68572" bIns="34286" numCol="1" anchor="t" anchorCtr="0" compatLnSpc="1">
              <a:prstTxWarp prst="textNoShape">
                <a:avLst/>
              </a:prstTxWarp>
              <a:noAutofit/>
            </a:bodyPr>
            <a:lstStyle/>
            <a:p>
              <a:endParaRPr lang="en-US" sz="1322" dirty="0">
                <a:solidFill>
                  <a:schemeClr val="tx1"/>
                </a:solidFill>
                <a:latin typeface="+mn-lt"/>
              </a:endParaRPr>
            </a:p>
          </p:txBody>
        </p:sp>
        <p:cxnSp>
          <p:nvCxnSpPr>
            <p:cNvPr id="146" name="Straight Connector 145">
              <a:extLst>
                <a:ext uri="{FF2B5EF4-FFF2-40B4-BE49-F238E27FC236}">
                  <a16:creationId xmlns:a16="http://schemas.microsoft.com/office/drawing/2014/main" id="{B93A1E2B-8C80-482F-83BE-384344D09839}"/>
                </a:ext>
              </a:extLst>
            </p:cNvPr>
            <p:cNvCxnSpPr/>
            <p:nvPr userDrawn="1"/>
          </p:nvCxnSpPr>
          <p:spPr bwMode="invGray">
            <a:xfrm>
              <a:off x="554736" y="2177796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  <p:cxnSp>
          <p:nvCxnSpPr>
            <p:cNvPr id="147" name="Straight Connector 146">
              <a:extLst>
                <a:ext uri="{FF2B5EF4-FFF2-40B4-BE49-F238E27FC236}">
                  <a16:creationId xmlns:a16="http://schemas.microsoft.com/office/drawing/2014/main" id="{BEAB22C5-0A46-4041-9158-6DC76EA2F350}"/>
                </a:ext>
              </a:extLst>
            </p:cNvPr>
            <p:cNvCxnSpPr/>
            <p:nvPr userDrawn="1"/>
          </p:nvCxnSpPr>
          <p:spPr bwMode="invGray">
            <a:xfrm>
              <a:off x="554736" y="1711453"/>
              <a:ext cx="11082528" cy="0"/>
            </a:xfrm>
            <a:prstGeom prst="line">
              <a:avLst/>
            </a:prstGeom>
            <a:noFill/>
            <a:ln w="12700">
              <a:solidFill>
                <a:srgbClr val="19D3C5">
                  <a:alpha val="50000"/>
                </a:srgbClr>
              </a:solidFill>
            </a:ln>
          </p:spPr>
        </p:cxnSp>
      </p:grpSp>
      <p:grpSp>
        <p:nvGrpSpPr>
          <p:cNvPr id="187" name="LegendBoxes" hidden="1">
            <a:extLst>
              <a:ext uri="{FF2B5EF4-FFF2-40B4-BE49-F238E27FC236}">
                <a16:creationId xmlns:a16="http://schemas.microsoft.com/office/drawing/2014/main" id="{5048A9C9-0655-49B2-A283-6A54678F321B}"/>
              </a:ext>
            </a:extLst>
          </p:cNvPr>
          <p:cNvGrpSpPr/>
          <p:nvPr userDrawn="1"/>
        </p:nvGrpSpPr>
        <p:grpSpPr>
          <a:xfrm>
            <a:off x="7916078" y="4214975"/>
            <a:ext cx="738648" cy="1932982"/>
            <a:chOff x="9585951" y="2872255"/>
            <a:chExt cx="984864" cy="1932982"/>
          </a:xfrm>
        </p:grpSpPr>
        <p:sp>
          <p:nvSpPr>
            <p:cNvPr id="188" name="RectangleLegend1">
              <a:extLst>
                <a:ext uri="{FF2B5EF4-FFF2-40B4-BE49-F238E27FC236}">
                  <a16:creationId xmlns:a16="http://schemas.microsoft.com/office/drawing/2014/main" id="{8F219674-AEDF-41A7-B3C3-07BD8D165776}"/>
                </a:ext>
              </a:extLst>
            </p:cNvPr>
            <p:cNvSpPr/>
            <p:nvPr/>
          </p:nvSpPr>
          <p:spPr>
            <a:xfrm>
              <a:off x="9585951" y="3001463"/>
              <a:ext cx="172729" cy="172729"/>
            </a:xfrm>
            <a:prstGeom prst="rect">
              <a:avLst/>
            </a:prstGeom>
            <a:solidFill>
              <a:schemeClr val="accent1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1" dirty="0">
                <a:solidFill>
                  <a:schemeClr val="tx1"/>
                </a:solidFill>
              </a:endParaRPr>
            </a:p>
          </p:txBody>
        </p:sp>
        <p:sp>
          <p:nvSpPr>
            <p:cNvPr id="189" name="RectangleLegend2">
              <a:extLst>
                <a:ext uri="{FF2B5EF4-FFF2-40B4-BE49-F238E27FC236}">
                  <a16:creationId xmlns:a16="http://schemas.microsoft.com/office/drawing/2014/main" id="{76884974-3CCD-4F11-B109-02708F18B04E}"/>
                </a:ext>
              </a:extLst>
            </p:cNvPr>
            <p:cNvSpPr/>
            <p:nvPr/>
          </p:nvSpPr>
          <p:spPr>
            <a:xfrm>
              <a:off x="9585951" y="3380961"/>
              <a:ext cx="172729" cy="172729"/>
            </a:xfrm>
            <a:prstGeom prst="rect">
              <a:avLst/>
            </a:prstGeom>
            <a:solidFill>
              <a:schemeClr val="accent2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1" dirty="0">
                <a:solidFill>
                  <a:schemeClr val="tx1"/>
                </a:solidFill>
              </a:endParaRPr>
            </a:p>
          </p:txBody>
        </p:sp>
        <p:sp>
          <p:nvSpPr>
            <p:cNvPr id="190" name="RectangleLegend3">
              <a:extLst>
                <a:ext uri="{FF2B5EF4-FFF2-40B4-BE49-F238E27FC236}">
                  <a16:creationId xmlns:a16="http://schemas.microsoft.com/office/drawing/2014/main" id="{D440B2EC-6FE5-4259-BA11-DC2E3B68E637}"/>
                </a:ext>
              </a:extLst>
            </p:cNvPr>
            <p:cNvSpPr/>
            <p:nvPr/>
          </p:nvSpPr>
          <p:spPr>
            <a:xfrm>
              <a:off x="9585951" y="3754557"/>
              <a:ext cx="172729" cy="172729"/>
            </a:xfrm>
            <a:prstGeom prst="rect">
              <a:avLst/>
            </a:prstGeom>
            <a:solidFill>
              <a:schemeClr val="accent3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1" dirty="0">
                <a:solidFill>
                  <a:schemeClr val="tx1"/>
                </a:solidFill>
              </a:endParaRPr>
            </a:p>
          </p:txBody>
        </p:sp>
        <p:sp>
          <p:nvSpPr>
            <p:cNvPr id="191" name="RectangleLegend4">
              <a:extLst>
                <a:ext uri="{FF2B5EF4-FFF2-40B4-BE49-F238E27FC236}">
                  <a16:creationId xmlns:a16="http://schemas.microsoft.com/office/drawing/2014/main" id="{52FE9D34-332E-47CD-94B8-12A069181C03}"/>
                </a:ext>
              </a:extLst>
            </p:cNvPr>
            <p:cNvSpPr/>
            <p:nvPr/>
          </p:nvSpPr>
          <p:spPr>
            <a:xfrm>
              <a:off x="9585951" y="4128153"/>
              <a:ext cx="172729" cy="172729"/>
            </a:xfrm>
            <a:prstGeom prst="rect">
              <a:avLst/>
            </a:prstGeom>
            <a:solidFill>
              <a:schemeClr val="accent4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1" dirty="0">
                <a:solidFill>
                  <a:schemeClr val="tx1"/>
                </a:solidFill>
              </a:endParaRPr>
            </a:p>
          </p:txBody>
        </p:sp>
        <p:sp>
          <p:nvSpPr>
            <p:cNvPr id="192" name="RectangleLegend5">
              <a:extLst>
                <a:ext uri="{FF2B5EF4-FFF2-40B4-BE49-F238E27FC236}">
                  <a16:creationId xmlns:a16="http://schemas.microsoft.com/office/drawing/2014/main" id="{1D6EA8D9-42BE-4743-876B-1050D1436021}"/>
                </a:ext>
              </a:extLst>
            </p:cNvPr>
            <p:cNvSpPr/>
            <p:nvPr/>
          </p:nvSpPr>
          <p:spPr>
            <a:xfrm>
              <a:off x="9585951" y="4501749"/>
              <a:ext cx="172729" cy="172729"/>
            </a:xfrm>
            <a:prstGeom prst="rect">
              <a:avLst/>
            </a:prstGeom>
            <a:solidFill>
              <a:schemeClr val="accent5"/>
            </a:solidFill>
            <a:ln w="6350" cap="sq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sz="1401" dirty="0">
                <a:solidFill>
                  <a:schemeClr val="tx1"/>
                </a:solidFill>
              </a:endParaRPr>
            </a:p>
          </p:txBody>
        </p:sp>
        <p:sp>
          <p:nvSpPr>
            <p:cNvPr id="193" name="Legend1">
              <a:extLst>
                <a:ext uri="{FF2B5EF4-FFF2-40B4-BE49-F238E27FC236}">
                  <a16:creationId xmlns:a16="http://schemas.microsoft.com/office/drawing/2014/main" id="{50F3208A-D1A9-4DEE-B968-1381D0DE88E8}"/>
                </a:ext>
              </a:extLst>
            </p:cNvPr>
            <p:cNvSpPr txBox="1"/>
            <p:nvPr/>
          </p:nvSpPr>
          <p:spPr>
            <a:xfrm>
              <a:off x="9912096" y="2872255"/>
              <a:ext cx="658719" cy="4311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1" dirty="0"/>
                <a:t>Legend</a:t>
              </a:r>
            </a:p>
          </p:txBody>
        </p:sp>
        <p:sp>
          <p:nvSpPr>
            <p:cNvPr id="194" name="Legend2">
              <a:extLst>
                <a:ext uri="{FF2B5EF4-FFF2-40B4-BE49-F238E27FC236}">
                  <a16:creationId xmlns:a16="http://schemas.microsoft.com/office/drawing/2014/main" id="{69AC8C80-52E4-4497-A147-009E23FB42A5}"/>
                </a:ext>
              </a:extLst>
            </p:cNvPr>
            <p:cNvSpPr txBox="1"/>
            <p:nvPr/>
          </p:nvSpPr>
          <p:spPr>
            <a:xfrm>
              <a:off x="9912096" y="3251752"/>
              <a:ext cx="658719" cy="4311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1" dirty="0"/>
                <a:t>Legend</a:t>
              </a:r>
            </a:p>
          </p:txBody>
        </p:sp>
        <p:sp>
          <p:nvSpPr>
            <p:cNvPr id="195" name="Legend3">
              <a:extLst>
                <a:ext uri="{FF2B5EF4-FFF2-40B4-BE49-F238E27FC236}">
                  <a16:creationId xmlns:a16="http://schemas.microsoft.com/office/drawing/2014/main" id="{218BEB5C-C19E-451D-B538-56A492CF74C6}"/>
                </a:ext>
              </a:extLst>
            </p:cNvPr>
            <p:cNvSpPr txBox="1"/>
            <p:nvPr/>
          </p:nvSpPr>
          <p:spPr>
            <a:xfrm>
              <a:off x="9912096" y="3631251"/>
              <a:ext cx="658719" cy="4311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1" dirty="0"/>
                <a:t>Legend</a:t>
              </a:r>
            </a:p>
          </p:txBody>
        </p:sp>
        <p:sp>
          <p:nvSpPr>
            <p:cNvPr id="196" name="Legend4">
              <a:extLst>
                <a:ext uri="{FF2B5EF4-FFF2-40B4-BE49-F238E27FC236}">
                  <a16:creationId xmlns:a16="http://schemas.microsoft.com/office/drawing/2014/main" id="{B77C1590-32D9-4A52-8AF0-454D06E80BF2}"/>
                </a:ext>
              </a:extLst>
            </p:cNvPr>
            <p:cNvSpPr txBox="1"/>
            <p:nvPr/>
          </p:nvSpPr>
          <p:spPr>
            <a:xfrm>
              <a:off x="9912096" y="4002672"/>
              <a:ext cx="658719" cy="4311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1" dirty="0"/>
                <a:t>Legend</a:t>
              </a:r>
            </a:p>
          </p:txBody>
        </p:sp>
        <p:sp>
          <p:nvSpPr>
            <p:cNvPr id="197" name="Legend5">
              <a:extLst>
                <a:ext uri="{FF2B5EF4-FFF2-40B4-BE49-F238E27FC236}">
                  <a16:creationId xmlns:a16="http://schemas.microsoft.com/office/drawing/2014/main" id="{A40A9DB6-E1B2-47A6-8B66-4FCDC31DD600}"/>
                </a:ext>
              </a:extLst>
            </p:cNvPr>
            <p:cNvSpPr txBox="1"/>
            <p:nvPr/>
          </p:nvSpPr>
          <p:spPr>
            <a:xfrm>
              <a:off x="9912096" y="4374093"/>
              <a:ext cx="653111" cy="4311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1" dirty="0"/>
                <a:t>Legend</a:t>
              </a:r>
            </a:p>
          </p:txBody>
        </p:sp>
      </p:grpSp>
      <p:grpSp>
        <p:nvGrpSpPr>
          <p:cNvPr id="148" name="LegendMoons" hidden="1">
            <a:extLst>
              <a:ext uri="{FF2B5EF4-FFF2-40B4-BE49-F238E27FC236}">
                <a16:creationId xmlns:a16="http://schemas.microsoft.com/office/drawing/2014/main" id="{DDFB4BFF-188C-450D-B4D3-DF8BD2DB3D7F}"/>
              </a:ext>
            </a:extLst>
          </p:cNvPr>
          <p:cNvGrpSpPr/>
          <p:nvPr userDrawn="1"/>
        </p:nvGrpSpPr>
        <p:grpSpPr>
          <a:xfrm>
            <a:off x="5792762" y="1601966"/>
            <a:ext cx="767711" cy="1932982"/>
            <a:chOff x="7723680" y="1601966"/>
            <a:chExt cx="1023616" cy="1932982"/>
          </a:xfrm>
        </p:grpSpPr>
        <p:sp>
          <p:nvSpPr>
            <p:cNvPr id="149" name="Legend1">
              <a:extLst>
                <a:ext uri="{FF2B5EF4-FFF2-40B4-BE49-F238E27FC236}">
                  <a16:creationId xmlns:a16="http://schemas.microsoft.com/office/drawing/2014/main" id="{66D8D147-F2B4-4250-9C41-767555E14320}"/>
                </a:ext>
              </a:extLst>
            </p:cNvPr>
            <p:cNvSpPr txBox="1"/>
            <p:nvPr/>
          </p:nvSpPr>
          <p:spPr>
            <a:xfrm>
              <a:off x="8076311" y="1601966"/>
              <a:ext cx="670985" cy="4311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1" dirty="0"/>
                <a:t>Legend</a:t>
              </a:r>
            </a:p>
          </p:txBody>
        </p:sp>
        <p:sp>
          <p:nvSpPr>
            <p:cNvPr id="150" name="Legend2">
              <a:extLst>
                <a:ext uri="{FF2B5EF4-FFF2-40B4-BE49-F238E27FC236}">
                  <a16:creationId xmlns:a16="http://schemas.microsoft.com/office/drawing/2014/main" id="{E9DCC6EC-92E6-47D0-B23D-94365AC17441}"/>
                </a:ext>
              </a:extLst>
            </p:cNvPr>
            <p:cNvSpPr txBox="1"/>
            <p:nvPr/>
          </p:nvSpPr>
          <p:spPr>
            <a:xfrm>
              <a:off x="8076311" y="1977425"/>
              <a:ext cx="670985" cy="4311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1" dirty="0"/>
                <a:t>Legend</a:t>
              </a:r>
            </a:p>
          </p:txBody>
        </p:sp>
        <p:sp>
          <p:nvSpPr>
            <p:cNvPr id="151" name="Legend3">
              <a:extLst>
                <a:ext uri="{FF2B5EF4-FFF2-40B4-BE49-F238E27FC236}">
                  <a16:creationId xmlns:a16="http://schemas.microsoft.com/office/drawing/2014/main" id="{8451F4C0-E484-44FD-B923-EE0B1E1D1274}"/>
                </a:ext>
              </a:extLst>
            </p:cNvPr>
            <p:cNvSpPr txBox="1"/>
            <p:nvPr/>
          </p:nvSpPr>
          <p:spPr>
            <a:xfrm>
              <a:off x="8076311" y="2352884"/>
              <a:ext cx="670985" cy="4311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1" dirty="0"/>
                <a:t>Legend</a:t>
              </a:r>
            </a:p>
          </p:txBody>
        </p:sp>
        <p:sp>
          <p:nvSpPr>
            <p:cNvPr id="152" name="Legend4">
              <a:extLst>
                <a:ext uri="{FF2B5EF4-FFF2-40B4-BE49-F238E27FC236}">
                  <a16:creationId xmlns:a16="http://schemas.microsoft.com/office/drawing/2014/main" id="{508A2D78-9A17-4FB2-A405-02E4BB25DD6C}"/>
                </a:ext>
              </a:extLst>
            </p:cNvPr>
            <p:cNvSpPr txBox="1"/>
            <p:nvPr/>
          </p:nvSpPr>
          <p:spPr>
            <a:xfrm>
              <a:off x="8076311" y="2728342"/>
              <a:ext cx="670985" cy="4311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1" dirty="0"/>
                <a:t>Legend</a:t>
              </a:r>
            </a:p>
          </p:txBody>
        </p:sp>
        <p:sp>
          <p:nvSpPr>
            <p:cNvPr id="153" name="Legend5">
              <a:extLst>
                <a:ext uri="{FF2B5EF4-FFF2-40B4-BE49-F238E27FC236}">
                  <a16:creationId xmlns:a16="http://schemas.microsoft.com/office/drawing/2014/main" id="{CF32E1C9-EF64-41BC-8B8E-B7FED880E653}"/>
                </a:ext>
              </a:extLst>
            </p:cNvPr>
            <p:cNvSpPr txBox="1"/>
            <p:nvPr/>
          </p:nvSpPr>
          <p:spPr>
            <a:xfrm>
              <a:off x="8076311" y="3103804"/>
              <a:ext cx="670985" cy="431144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1" dirty="0"/>
                <a:t>Legend</a:t>
              </a:r>
            </a:p>
          </p:txBody>
        </p:sp>
        <p:grpSp>
          <p:nvGrpSpPr>
            <p:cNvPr id="154" name="MoonLegend1">
              <a:extLst>
                <a:ext uri="{FF2B5EF4-FFF2-40B4-BE49-F238E27FC236}">
                  <a16:creationId xmlns:a16="http://schemas.microsoft.com/office/drawing/2014/main" id="{496CCEDB-0BDA-47D9-9BA4-03BD59D6EEC2}"/>
                </a:ext>
              </a:extLst>
            </p:cNvPr>
            <p:cNvGrpSpPr>
              <a:grpSpLocks noChangeAspect="1"/>
            </p:cNvGrpSpPr>
            <p:nvPr>
              <p:custDataLst>
                <p:tags r:id="rId14"/>
              </p:custDataLst>
            </p:nvPr>
          </p:nvGrpSpPr>
          <p:grpSpPr>
            <a:xfrm>
              <a:off x="7723680" y="1702457"/>
              <a:ext cx="228600" cy="228600"/>
              <a:chOff x="762000" y="1270000"/>
              <a:chExt cx="254000" cy="254000"/>
            </a:xfrm>
          </p:grpSpPr>
          <p:sp>
            <p:nvSpPr>
              <p:cNvPr id="167" name="Oval 166">
                <a:extLst>
                  <a:ext uri="{FF2B5EF4-FFF2-40B4-BE49-F238E27FC236}">
                    <a16:creationId xmlns:a16="http://schemas.microsoft.com/office/drawing/2014/main" id="{F21E8F0F-ACA9-405E-8484-3FE9B6124FFD}"/>
                  </a:ext>
                </a:extLst>
              </p:cNvPr>
              <p:cNvSpPr/>
              <p:nvPr>
                <p:custDataLst>
                  <p:tags r:id="rId27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87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8" name="Arc 167" hidden="1">
                <a:extLst>
                  <a:ext uri="{FF2B5EF4-FFF2-40B4-BE49-F238E27FC236}">
                    <a16:creationId xmlns:a16="http://schemas.microsoft.com/office/drawing/2014/main" id="{315D8D40-04AC-475B-AFC0-F08E492D131D}"/>
                  </a:ext>
                </a:extLst>
              </p:cNvPr>
              <p:cNvSpPr/>
              <p:nvPr>
                <p:custDataLst>
                  <p:tags r:id="rId28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987" dirty="0"/>
              </a:p>
            </p:txBody>
          </p:sp>
        </p:grpSp>
        <p:grpSp>
          <p:nvGrpSpPr>
            <p:cNvPr id="155" name="MoonLegend2">
              <a:extLst>
                <a:ext uri="{FF2B5EF4-FFF2-40B4-BE49-F238E27FC236}">
                  <a16:creationId xmlns:a16="http://schemas.microsoft.com/office/drawing/2014/main" id="{BCF3BE62-91BA-488B-84C7-3FE20CFBDB9A}"/>
                </a:ext>
              </a:extLst>
            </p:cNvPr>
            <p:cNvGrpSpPr>
              <a:grpSpLocks noChangeAspect="1"/>
            </p:cNvGrpSpPr>
            <p:nvPr>
              <p:custDataLst>
                <p:tags r:id="rId15"/>
              </p:custDataLst>
            </p:nvPr>
          </p:nvGrpSpPr>
          <p:grpSpPr>
            <a:xfrm>
              <a:off x="7723680" y="2078270"/>
              <a:ext cx="228600" cy="228600"/>
              <a:chOff x="762000" y="1270000"/>
              <a:chExt cx="254000" cy="254000"/>
            </a:xfrm>
          </p:grpSpPr>
          <p:sp>
            <p:nvSpPr>
              <p:cNvPr id="165" name="Oval 164">
                <a:extLst>
                  <a:ext uri="{FF2B5EF4-FFF2-40B4-BE49-F238E27FC236}">
                    <a16:creationId xmlns:a16="http://schemas.microsoft.com/office/drawing/2014/main" id="{D27FF75E-C9E0-4D28-8F47-85C2D2EE375F}"/>
                  </a:ext>
                </a:extLst>
              </p:cNvPr>
              <p:cNvSpPr/>
              <p:nvPr>
                <p:custDataLst>
                  <p:tags r:id="rId25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87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6" name="Arc 165">
                <a:extLst>
                  <a:ext uri="{FF2B5EF4-FFF2-40B4-BE49-F238E27FC236}">
                    <a16:creationId xmlns:a16="http://schemas.microsoft.com/office/drawing/2014/main" id="{BDC4F596-0330-4D95-8A02-83794DACDB00}"/>
                  </a:ext>
                </a:extLst>
              </p:cNvPr>
              <p:cNvSpPr/>
              <p:nvPr>
                <p:custDataLst>
                  <p:tags r:id="rId26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987" dirty="0"/>
              </a:p>
            </p:txBody>
          </p:sp>
        </p:grpSp>
        <p:grpSp>
          <p:nvGrpSpPr>
            <p:cNvPr id="156" name="MoonLegend3">
              <a:extLst>
                <a:ext uri="{FF2B5EF4-FFF2-40B4-BE49-F238E27FC236}">
                  <a16:creationId xmlns:a16="http://schemas.microsoft.com/office/drawing/2014/main" id="{E4482EDB-85E9-4926-9441-26A85880E202}"/>
                </a:ext>
              </a:extLst>
            </p:cNvPr>
            <p:cNvGrpSpPr>
              <a:grpSpLocks noChangeAspect="1"/>
            </p:cNvGrpSpPr>
            <p:nvPr>
              <p:custDataLst>
                <p:tags r:id="rId16"/>
              </p:custDataLst>
            </p:nvPr>
          </p:nvGrpSpPr>
          <p:grpSpPr>
            <a:xfrm>
              <a:off x="7723680" y="2454085"/>
              <a:ext cx="228600" cy="228600"/>
              <a:chOff x="762000" y="1270000"/>
              <a:chExt cx="254000" cy="254000"/>
            </a:xfrm>
          </p:grpSpPr>
          <p:sp>
            <p:nvSpPr>
              <p:cNvPr id="163" name="Oval 162">
                <a:extLst>
                  <a:ext uri="{FF2B5EF4-FFF2-40B4-BE49-F238E27FC236}">
                    <a16:creationId xmlns:a16="http://schemas.microsoft.com/office/drawing/2014/main" id="{6B270099-CB45-46A3-8BC6-ADF0FABD3567}"/>
                  </a:ext>
                </a:extLst>
              </p:cNvPr>
              <p:cNvSpPr/>
              <p:nvPr>
                <p:custDataLst>
                  <p:tags r:id="rId23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87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4" name="Arc 163">
                <a:extLst>
                  <a:ext uri="{FF2B5EF4-FFF2-40B4-BE49-F238E27FC236}">
                    <a16:creationId xmlns:a16="http://schemas.microsoft.com/office/drawing/2014/main" id="{4D910DDA-12F5-450E-85C1-CD98B4A9EE80}"/>
                  </a:ext>
                </a:extLst>
              </p:cNvPr>
              <p:cNvSpPr/>
              <p:nvPr>
                <p:custDataLst>
                  <p:tags r:id="rId24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54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987" dirty="0"/>
              </a:p>
            </p:txBody>
          </p:sp>
        </p:grpSp>
        <p:grpSp>
          <p:nvGrpSpPr>
            <p:cNvPr id="157" name="MoonLegend4">
              <a:extLst>
                <a:ext uri="{FF2B5EF4-FFF2-40B4-BE49-F238E27FC236}">
                  <a16:creationId xmlns:a16="http://schemas.microsoft.com/office/drawing/2014/main" id="{2606D4D9-DA1B-4BEB-8CC9-41FDA33CC5A0}"/>
                </a:ext>
              </a:extLst>
            </p:cNvPr>
            <p:cNvGrpSpPr>
              <a:grpSpLocks noChangeAspect="1"/>
            </p:cNvGrpSpPr>
            <p:nvPr>
              <p:custDataLst>
                <p:tags r:id="rId17"/>
              </p:custDataLst>
            </p:nvPr>
          </p:nvGrpSpPr>
          <p:grpSpPr>
            <a:xfrm>
              <a:off x="7723680" y="2829900"/>
              <a:ext cx="228600" cy="228600"/>
              <a:chOff x="762000" y="1270000"/>
              <a:chExt cx="254000" cy="254000"/>
            </a:xfrm>
          </p:grpSpPr>
          <p:sp>
            <p:nvSpPr>
              <p:cNvPr id="161" name="Oval 160">
                <a:extLst>
                  <a:ext uri="{FF2B5EF4-FFF2-40B4-BE49-F238E27FC236}">
                    <a16:creationId xmlns:a16="http://schemas.microsoft.com/office/drawing/2014/main" id="{81477097-8655-4968-A993-EA579ADDDBCF}"/>
                  </a:ext>
                </a:extLst>
              </p:cNvPr>
              <p:cNvSpPr/>
              <p:nvPr>
                <p:custDataLst>
                  <p:tags r:id="rId21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87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2" name="Arc 161">
                <a:extLst>
                  <a:ext uri="{FF2B5EF4-FFF2-40B4-BE49-F238E27FC236}">
                    <a16:creationId xmlns:a16="http://schemas.microsoft.com/office/drawing/2014/main" id="{EAFFF099-23A4-4400-9308-28EB2E760A74}"/>
                  </a:ext>
                </a:extLst>
              </p:cNvPr>
              <p:cNvSpPr/>
              <p:nvPr>
                <p:custDataLst>
                  <p:tags r:id="rId22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08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987" dirty="0"/>
              </a:p>
            </p:txBody>
          </p:sp>
        </p:grpSp>
        <p:grpSp>
          <p:nvGrpSpPr>
            <p:cNvPr id="158" name="MoonLegend5">
              <a:extLst>
                <a:ext uri="{FF2B5EF4-FFF2-40B4-BE49-F238E27FC236}">
                  <a16:creationId xmlns:a16="http://schemas.microsoft.com/office/drawing/2014/main" id="{157F392C-3A22-465F-B4F0-A7E9FD7A01A1}"/>
                </a:ext>
              </a:extLst>
            </p:cNvPr>
            <p:cNvGrpSpPr>
              <a:grpSpLocks noChangeAspect="1"/>
            </p:cNvGrpSpPr>
            <p:nvPr>
              <p:custDataLst>
                <p:tags r:id="rId18"/>
              </p:custDataLst>
            </p:nvPr>
          </p:nvGrpSpPr>
          <p:grpSpPr>
            <a:xfrm>
              <a:off x="7723680" y="3205716"/>
              <a:ext cx="228600" cy="228600"/>
              <a:chOff x="762000" y="1270000"/>
              <a:chExt cx="254000" cy="254000"/>
            </a:xfrm>
          </p:grpSpPr>
          <p:sp>
            <p:nvSpPr>
              <p:cNvPr id="159" name="Oval 158">
                <a:extLst>
                  <a:ext uri="{FF2B5EF4-FFF2-40B4-BE49-F238E27FC236}">
                    <a16:creationId xmlns:a16="http://schemas.microsoft.com/office/drawing/2014/main" id="{BE9440E9-0BAB-4509-A556-8A80E9683FAB}"/>
                  </a:ext>
                </a:extLst>
              </p:cNvPr>
              <p:cNvSpPr/>
              <p:nvPr>
                <p:custDataLst>
                  <p:tags r:id="rId19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ellipse">
                <a:avLst/>
              </a:prstGeom>
              <a:solidFill>
                <a:srgbClr val="D0D0D0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987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0" name="Arc 159">
                <a:extLst>
                  <a:ext uri="{FF2B5EF4-FFF2-40B4-BE49-F238E27FC236}">
                    <a16:creationId xmlns:a16="http://schemas.microsoft.com/office/drawing/2014/main" id="{CA6DB424-2E98-4F1D-87A4-EE09FA805687}"/>
                  </a:ext>
                </a:extLst>
              </p:cNvPr>
              <p:cNvSpPr/>
              <p:nvPr>
                <p:custDataLst>
                  <p:tags r:id="rId20"/>
                </p:custDataLst>
              </p:nvPr>
            </p:nvSpPr>
            <p:spPr>
              <a:xfrm>
                <a:off x="762000" y="1270000"/>
                <a:ext cx="254000" cy="254000"/>
              </a:xfrm>
              <a:prstGeom prst="arc">
                <a:avLst>
                  <a:gd name="adj1" fmla="val 16200000"/>
                  <a:gd name="adj2" fmla="val 16200000"/>
                </a:avLst>
              </a:prstGeom>
              <a:solidFill>
                <a:schemeClr val="accent1"/>
              </a:solidFill>
              <a:ln w="9525" cap="flat" cmpd="sng" algn="ctr">
                <a:noFill/>
                <a:prstDash val="solid"/>
              </a:ln>
              <a:effectLst/>
              <a:extLst>
                <a:ext uri="{91240B29-F687-4F45-9708-019B960494DF}">
                  <a14:hiddenLine xmlns:a14="http://schemas.microsoft.com/office/drawing/2010/main" w="0" cap="flat" cmpd="sng" algn="ctr">
                    <a:solidFill>
                      <a:schemeClr val="bg1"/>
                    </a:solidFill>
                    <a:prstDash val="solid"/>
                    <a:round/>
                    <a:headEnd type="none" w="med" len="med"/>
                    <a:tailEnd type="none" w="med" len="med"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987" dirty="0"/>
              </a:p>
            </p:txBody>
          </p:sp>
        </p:grpSp>
      </p:grpSp>
      <p:grpSp>
        <p:nvGrpSpPr>
          <p:cNvPr id="169" name="Sticker" hidden="1">
            <a:extLst>
              <a:ext uri="{FF2B5EF4-FFF2-40B4-BE49-F238E27FC236}">
                <a16:creationId xmlns:a16="http://schemas.microsoft.com/office/drawing/2014/main" id="{2FA9271D-5EE0-4D66-9FDF-E4D1535949E8}"/>
              </a:ext>
            </a:extLst>
          </p:cNvPr>
          <p:cNvGrpSpPr>
            <a:grpSpLocks noChangeAspect="1"/>
          </p:cNvGrpSpPr>
          <p:nvPr userDrawn="1"/>
        </p:nvGrpSpPr>
        <p:grpSpPr bwMode="gray">
          <a:xfrm>
            <a:off x="418634" y="1289272"/>
            <a:ext cx="428707" cy="156966"/>
            <a:chOff x="8456447" y="272180"/>
            <a:chExt cx="428686" cy="156935"/>
          </a:xfrm>
        </p:grpSpPr>
        <p:sp>
          <p:nvSpPr>
            <p:cNvPr id="170" name="StickerRectangle">
              <a:extLst>
                <a:ext uri="{FF2B5EF4-FFF2-40B4-BE49-F238E27FC236}">
                  <a16:creationId xmlns:a16="http://schemas.microsoft.com/office/drawing/2014/main" id="{27342EFB-A6AF-4379-A9C9-4F8DD97D160E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8456447" y="272180"/>
              <a:ext cx="428686" cy="156935"/>
            </a:xfrm>
            <a:prstGeom prst="leftRightArrow">
              <a:avLst>
                <a:gd name="adj1" fmla="val 100000"/>
                <a:gd name="adj2" fmla="val 0"/>
              </a:avLst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0" tIns="0" rIns="0" bIns="18288" anchor="t" anchorCtr="0">
              <a:spAutoFit/>
            </a:bodyPr>
            <a:lstStyle/>
            <a:p>
              <a:pPr algn="l" defTabSz="1193869">
                <a:buClr>
                  <a:schemeClr val="tx2"/>
                </a:buClr>
              </a:pPr>
              <a:r>
                <a:rPr lang="en-US" sz="900" b="1" spc="49" dirty="0">
                  <a:ln w="3175">
                    <a:noFill/>
                  </a:ln>
                  <a:solidFill>
                    <a:schemeClr val="tx1"/>
                  </a:solidFill>
                </a:rPr>
                <a:t>Sticker</a:t>
              </a:r>
              <a:endParaRPr lang="en-US" sz="799" baseline="0" dirty="0">
                <a:solidFill>
                  <a:schemeClr val="tx1"/>
                </a:solidFill>
                <a:latin typeface="+mn-lt"/>
                <a:ea typeface="+mn-ea"/>
              </a:endParaRPr>
            </a:p>
          </p:txBody>
        </p:sp>
        <p:cxnSp>
          <p:nvCxnSpPr>
            <p:cNvPr id="171" name="StickerUnderline">
              <a:extLst>
                <a:ext uri="{FF2B5EF4-FFF2-40B4-BE49-F238E27FC236}">
                  <a16:creationId xmlns:a16="http://schemas.microsoft.com/office/drawing/2014/main" id="{AC518518-EC41-445B-B558-9DBD24A778EA}"/>
                </a:ext>
              </a:extLst>
            </p:cNvPr>
            <p:cNvCxnSpPr>
              <a:cxnSpLocks noChangeShapeType="1"/>
              <a:stCxn id="170" idx="4"/>
              <a:endCxn id="170" idx="6"/>
            </p:cNvCxnSpPr>
            <p:nvPr/>
          </p:nvCxnSpPr>
          <p:spPr bwMode="gray">
            <a:xfrm>
              <a:off x="8456447" y="429115"/>
              <a:ext cx="428686" cy="0"/>
            </a:xfrm>
            <a:prstGeom prst="straightConnector1">
              <a:avLst/>
            </a:prstGeom>
            <a:noFill/>
            <a:ln w="4191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79" name="LegendLines" hidden="1">
            <a:extLst>
              <a:ext uri="{FF2B5EF4-FFF2-40B4-BE49-F238E27FC236}">
                <a16:creationId xmlns:a16="http://schemas.microsoft.com/office/drawing/2014/main" id="{BA3F11B7-574B-46B5-AA05-051B7C0195CA}"/>
              </a:ext>
            </a:extLst>
          </p:cNvPr>
          <p:cNvGrpSpPr/>
          <p:nvPr userDrawn="1"/>
        </p:nvGrpSpPr>
        <p:grpSpPr>
          <a:xfrm>
            <a:off x="7775948" y="3193827"/>
            <a:ext cx="952001" cy="1173987"/>
            <a:chOff x="4372690" y="3631251"/>
            <a:chExt cx="1269335" cy="1173985"/>
          </a:xfrm>
        </p:grpSpPr>
        <p:sp>
          <p:nvSpPr>
            <p:cNvPr id="180" name="Legend1">
              <a:extLst>
                <a:ext uri="{FF2B5EF4-FFF2-40B4-BE49-F238E27FC236}">
                  <a16:creationId xmlns:a16="http://schemas.microsoft.com/office/drawing/2014/main" id="{A89F3277-B9B0-4605-94B5-1A0F3CF3FD94}"/>
                </a:ext>
              </a:extLst>
            </p:cNvPr>
            <p:cNvSpPr txBox="1"/>
            <p:nvPr/>
          </p:nvSpPr>
          <p:spPr>
            <a:xfrm>
              <a:off x="4988914" y="3631251"/>
              <a:ext cx="653111" cy="431143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1" dirty="0"/>
                <a:t>Legend</a:t>
              </a:r>
            </a:p>
          </p:txBody>
        </p:sp>
        <p:sp>
          <p:nvSpPr>
            <p:cNvPr id="181" name="Legend2">
              <a:extLst>
                <a:ext uri="{FF2B5EF4-FFF2-40B4-BE49-F238E27FC236}">
                  <a16:creationId xmlns:a16="http://schemas.microsoft.com/office/drawing/2014/main" id="{728FD0F6-6F17-4DBC-A433-275600325C11}"/>
                </a:ext>
              </a:extLst>
            </p:cNvPr>
            <p:cNvSpPr txBox="1"/>
            <p:nvPr/>
          </p:nvSpPr>
          <p:spPr>
            <a:xfrm>
              <a:off x="4988914" y="4002671"/>
              <a:ext cx="653111" cy="431143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1" dirty="0"/>
                <a:t>Legend</a:t>
              </a:r>
            </a:p>
          </p:txBody>
        </p:sp>
        <p:sp>
          <p:nvSpPr>
            <p:cNvPr id="182" name="Legend3">
              <a:extLst>
                <a:ext uri="{FF2B5EF4-FFF2-40B4-BE49-F238E27FC236}">
                  <a16:creationId xmlns:a16="http://schemas.microsoft.com/office/drawing/2014/main" id="{824D0AAE-0E8B-4539-A5E0-724A7C2C5FB7}"/>
                </a:ext>
              </a:extLst>
            </p:cNvPr>
            <p:cNvSpPr txBox="1"/>
            <p:nvPr/>
          </p:nvSpPr>
          <p:spPr>
            <a:xfrm>
              <a:off x="4988914" y="4374093"/>
              <a:ext cx="653111" cy="431143"/>
            </a:xfrm>
            <a:prstGeom prst="rect">
              <a:avLst/>
            </a:prstGeom>
            <a:noFill/>
            <a:ln>
              <a:noFill/>
              <a:miter lim="800000"/>
            </a:ln>
          </p:spPr>
          <p:txBody>
            <a:bodyPr wrap="square" lIns="0" tIns="0" rIns="0" bIns="0" rtlCol="0" anchor="ctr" anchorCtr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en-US" sz="1401" dirty="0"/>
                <a:t>Legend</a:t>
              </a:r>
            </a:p>
          </p:txBody>
        </p:sp>
        <p:sp>
          <p:nvSpPr>
            <p:cNvPr id="183" name="LineLegend3">
              <a:extLst>
                <a:ext uri="{FF2B5EF4-FFF2-40B4-BE49-F238E27FC236}">
                  <a16:creationId xmlns:a16="http://schemas.microsoft.com/office/drawing/2014/main" id="{15B966CE-74A4-42D7-84D1-50EE1BD807B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58811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987" baseline="0" dirty="0">
                <a:latin typeface="+mn-lt"/>
                <a:ea typeface="+mn-ea"/>
              </a:endParaRPr>
            </a:p>
          </p:txBody>
        </p:sp>
        <p:sp>
          <p:nvSpPr>
            <p:cNvPr id="184" name="LineLegend2">
              <a:extLst>
                <a:ext uri="{FF2B5EF4-FFF2-40B4-BE49-F238E27FC236}">
                  <a16:creationId xmlns:a16="http://schemas.microsoft.com/office/drawing/2014/main" id="{4AD11E2E-205C-4B89-BD31-DA18921C3385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4214754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987" baseline="0" dirty="0">
                <a:latin typeface="+mn-lt"/>
                <a:ea typeface="+mn-ea"/>
              </a:endParaRPr>
            </a:p>
          </p:txBody>
        </p:sp>
        <p:sp>
          <p:nvSpPr>
            <p:cNvPr id="185" name="LineLegend1">
              <a:extLst>
                <a:ext uri="{FF2B5EF4-FFF2-40B4-BE49-F238E27FC236}">
                  <a16:creationId xmlns:a16="http://schemas.microsoft.com/office/drawing/2014/main" id="{393D5D55-EAFF-4EBE-B2CF-AF057C324E68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4372690" y="3846823"/>
              <a:ext cx="457200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 sz="987" baseline="0" dirty="0">
                <a:latin typeface="+mn-lt"/>
                <a:ea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4734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txStyles>
    <p:titleStyle>
      <a:lvl1pPr algn="l" defTabSz="914406" rtl="0" eaLnBrk="1" latinLnBrk="0" hangingPunct="1">
        <a:lnSpc>
          <a:spcPct val="100000"/>
        </a:lnSpc>
        <a:spcBef>
          <a:spcPct val="0"/>
        </a:spcBef>
        <a:buNone/>
        <a:defRPr sz="2500" b="1" kern="1200" spc="0" baseline="0">
          <a:ln w="6350" cap="flat">
            <a:noFill/>
            <a:miter lim="800000"/>
          </a:ln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6" rtl="0" eaLnBrk="1" latinLnBrk="0" hangingPunct="1">
        <a:lnSpc>
          <a:spcPct val="100000"/>
        </a:lnSpc>
        <a:spcBef>
          <a:spcPts val="300"/>
        </a:spcBef>
        <a:spcAft>
          <a:spcPts val="300"/>
        </a:spcAft>
        <a:buFont typeface="Segoe UI" panose="020B0502040204020203" pitchFamily="34" charset="0"/>
        <a:buChar char="​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1pPr>
      <a:lvl2pPr marL="228600" indent="-225427" algn="l" defTabSz="914406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Wingdings" panose="05000000000000000000" pitchFamily="2" charset="2"/>
        <a:buChar char="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2pPr>
      <a:lvl3pPr marL="515941" indent="-287341" algn="l" defTabSz="914406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—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3pPr>
      <a:lvl4pPr marL="742955" indent="-182564" algn="l" defTabSz="914406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4pPr>
      <a:lvl5pPr marL="914406" indent="-136525" algn="l" defTabSz="914406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›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5pPr>
      <a:lvl6pPr marL="1085858" indent="-171452" algn="l" defTabSz="914406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6pPr>
      <a:lvl7pPr marL="1085858" indent="-171452" algn="l" defTabSz="914406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7pPr>
      <a:lvl8pPr marL="1085858" indent="-171452" algn="l" defTabSz="914406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8pPr>
      <a:lvl9pPr marL="1085858" indent="-171452" algn="l" defTabSz="914406" rtl="0" eaLnBrk="1" latinLnBrk="0" hangingPunct="1">
        <a:lnSpc>
          <a:spcPct val="100000"/>
        </a:lnSpc>
        <a:spcBef>
          <a:spcPts val="0"/>
        </a:spcBef>
        <a:spcAft>
          <a:spcPts val="300"/>
        </a:spcAft>
        <a:buSzPct val="100000"/>
        <a:buFont typeface="Arial" panose="020B0604020202020204" pitchFamily="34" charset="0"/>
        <a:buChar char="▫"/>
        <a:defRPr sz="1600" kern="1200">
          <a:solidFill>
            <a:schemeClr val="tx1"/>
          </a:solidFill>
          <a:latin typeface="+mn-lt"/>
          <a:ea typeface="+mn-ea"/>
          <a:cs typeface="Arial" panose="020B0604020202020204" pitchFamily="34" charset="0"/>
        </a:defRPr>
      </a:lvl9pPr>
    </p:bodyStyle>
    <p:otherStyle>
      <a:defPPr>
        <a:defRPr lang="en-US"/>
      </a:defPPr>
      <a:lvl1pPr marL="0" algn="l" defTabSz="91440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1pPr>
      <a:lvl2pPr marL="457203" algn="l" defTabSz="91440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2pPr>
      <a:lvl3pPr marL="914406" algn="l" defTabSz="91440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0" algn="l" defTabSz="91440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4pPr>
      <a:lvl5pPr marL="1828813" algn="l" defTabSz="91440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5pPr>
      <a:lvl6pPr marL="2286016" algn="l" defTabSz="91440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6pPr>
      <a:lvl7pPr marL="2743219" algn="l" defTabSz="91440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7pPr>
      <a:lvl8pPr marL="3200423" algn="l" defTabSz="91440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8pPr>
      <a:lvl9pPr marL="3657626" algn="l" defTabSz="914406" rtl="0" eaLnBrk="1" latinLnBrk="0" hangingPunct="1">
        <a:defRPr sz="179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368">
          <p15:clr>
            <a:srgbClr val="5ACBF0"/>
          </p15:clr>
        </p15:guide>
        <p15:guide id="3" orient="horz" pos="3912">
          <p15:clr>
            <a:srgbClr val="5ACBF0"/>
          </p15:clr>
        </p15:guide>
        <p15:guide id="4" orient="horz" pos="1075">
          <p15:clr>
            <a:srgbClr val="F26B43"/>
          </p15:clr>
        </p15:guide>
        <p15:guide id="5" pos="5496">
          <p15:clr>
            <a:srgbClr val="F26B43"/>
          </p15:clr>
        </p15:guide>
        <p15:guide id="6" pos="260">
          <p15:clr>
            <a:srgbClr val="F26B43"/>
          </p15:clr>
        </p15:guide>
        <p15:guide id="8" orient="horz" pos="406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7.xml"/><Relationship Id="rId4" Type="http://schemas.openxmlformats.org/officeDocument/2006/relationships/image" Target="../media/image4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9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5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51.xml"/><Relationship Id="rId1" Type="http://schemas.openxmlformats.org/officeDocument/2006/relationships/tags" Target="../tags/tag50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7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2.xml"/><Relationship Id="rId5" Type="http://schemas.openxmlformats.org/officeDocument/2006/relationships/image" Target="../media/image10.png"/><Relationship Id="rId4" Type="http://schemas.openxmlformats.org/officeDocument/2006/relationships/image" Target="../media/image5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3.xml"/><Relationship Id="rId5" Type="http://schemas.openxmlformats.org/officeDocument/2006/relationships/image" Target="../media/image11.png"/><Relationship Id="rId4" Type="http://schemas.openxmlformats.org/officeDocument/2006/relationships/image" Target="../media/image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4.xml"/><Relationship Id="rId5" Type="http://schemas.openxmlformats.org/officeDocument/2006/relationships/image" Target="../media/image12.png"/><Relationship Id="rId4" Type="http://schemas.openxmlformats.org/officeDocument/2006/relationships/image" Target="../media/image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5.xml"/><Relationship Id="rId5" Type="http://schemas.openxmlformats.org/officeDocument/2006/relationships/image" Target="../media/image13.png"/><Relationship Id="rId4" Type="http://schemas.openxmlformats.org/officeDocument/2006/relationships/image" Target="../media/image5.emf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tags" Target="../tags/tag68.xml"/><Relationship Id="rId18" Type="http://schemas.openxmlformats.org/officeDocument/2006/relationships/tags" Target="../tags/tag73.xml"/><Relationship Id="rId26" Type="http://schemas.openxmlformats.org/officeDocument/2006/relationships/tags" Target="../tags/tag81.xml"/><Relationship Id="rId3" Type="http://schemas.openxmlformats.org/officeDocument/2006/relationships/tags" Target="../tags/tag58.xml"/><Relationship Id="rId21" Type="http://schemas.openxmlformats.org/officeDocument/2006/relationships/tags" Target="../tags/tag76.xml"/><Relationship Id="rId34" Type="http://schemas.openxmlformats.org/officeDocument/2006/relationships/image" Target="../media/image5.emf"/><Relationship Id="rId7" Type="http://schemas.openxmlformats.org/officeDocument/2006/relationships/tags" Target="../tags/tag62.xml"/><Relationship Id="rId12" Type="http://schemas.openxmlformats.org/officeDocument/2006/relationships/tags" Target="../tags/tag67.xml"/><Relationship Id="rId17" Type="http://schemas.openxmlformats.org/officeDocument/2006/relationships/tags" Target="../tags/tag72.xml"/><Relationship Id="rId25" Type="http://schemas.openxmlformats.org/officeDocument/2006/relationships/tags" Target="../tags/tag80.xml"/><Relationship Id="rId33" Type="http://schemas.openxmlformats.org/officeDocument/2006/relationships/oleObject" Target="../embeddings/oleObject12.bin"/><Relationship Id="rId2" Type="http://schemas.openxmlformats.org/officeDocument/2006/relationships/tags" Target="../tags/tag57.xml"/><Relationship Id="rId16" Type="http://schemas.openxmlformats.org/officeDocument/2006/relationships/tags" Target="../tags/tag71.xml"/><Relationship Id="rId20" Type="http://schemas.openxmlformats.org/officeDocument/2006/relationships/tags" Target="../tags/tag75.xml"/><Relationship Id="rId29" Type="http://schemas.openxmlformats.org/officeDocument/2006/relationships/tags" Target="../tags/tag84.xml"/><Relationship Id="rId1" Type="http://schemas.openxmlformats.org/officeDocument/2006/relationships/tags" Target="../tags/tag56.xml"/><Relationship Id="rId6" Type="http://schemas.openxmlformats.org/officeDocument/2006/relationships/tags" Target="../tags/tag61.xml"/><Relationship Id="rId11" Type="http://schemas.openxmlformats.org/officeDocument/2006/relationships/tags" Target="../tags/tag66.xml"/><Relationship Id="rId24" Type="http://schemas.openxmlformats.org/officeDocument/2006/relationships/tags" Target="../tags/tag79.xml"/><Relationship Id="rId32" Type="http://schemas.openxmlformats.org/officeDocument/2006/relationships/slideLayout" Target="../slideLayouts/slideLayout2.xml"/><Relationship Id="rId5" Type="http://schemas.openxmlformats.org/officeDocument/2006/relationships/tags" Target="../tags/tag60.xml"/><Relationship Id="rId15" Type="http://schemas.openxmlformats.org/officeDocument/2006/relationships/tags" Target="../tags/tag70.xml"/><Relationship Id="rId23" Type="http://schemas.openxmlformats.org/officeDocument/2006/relationships/tags" Target="../tags/tag78.xml"/><Relationship Id="rId28" Type="http://schemas.openxmlformats.org/officeDocument/2006/relationships/tags" Target="../tags/tag83.xml"/><Relationship Id="rId10" Type="http://schemas.openxmlformats.org/officeDocument/2006/relationships/tags" Target="../tags/tag65.xml"/><Relationship Id="rId19" Type="http://schemas.openxmlformats.org/officeDocument/2006/relationships/tags" Target="../tags/tag74.xml"/><Relationship Id="rId31" Type="http://schemas.openxmlformats.org/officeDocument/2006/relationships/tags" Target="../tags/tag86.xml"/><Relationship Id="rId4" Type="http://schemas.openxmlformats.org/officeDocument/2006/relationships/tags" Target="../tags/tag59.xml"/><Relationship Id="rId9" Type="http://schemas.openxmlformats.org/officeDocument/2006/relationships/tags" Target="../tags/tag64.xml"/><Relationship Id="rId14" Type="http://schemas.openxmlformats.org/officeDocument/2006/relationships/tags" Target="../tags/tag69.xml"/><Relationship Id="rId22" Type="http://schemas.openxmlformats.org/officeDocument/2006/relationships/tags" Target="../tags/tag77.xml"/><Relationship Id="rId27" Type="http://schemas.openxmlformats.org/officeDocument/2006/relationships/tags" Target="../tags/tag82.xml"/><Relationship Id="rId30" Type="http://schemas.openxmlformats.org/officeDocument/2006/relationships/tags" Target="../tags/tag85.xml"/><Relationship Id="rId8" Type="http://schemas.openxmlformats.org/officeDocument/2006/relationships/tags" Target="../tags/tag6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94.xml"/><Relationship Id="rId13" Type="http://schemas.openxmlformats.org/officeDocument/2006/relationships/tags" Target="../tags/tag99.xml"/><Relationship Id="rId18" Type="http://schemas.openxmlformats.org/officeDocument/2006/relationships/tags" Target="../tags/tag104.xml"/><Relationship Id="rId26" Type="http://schemas.openxmlformats.org/officeDocument/2006/relationships/chart" Target="../charts/chart1.xml"/><Relationship Id="rId3" Type="http://schemas.openxmlformats.org/officeDocument/2006/relationships/tags" Target="../tags/tag89.xml"/><Relationship Id="rId21" Type="http://schemas.openxmlformats.org/officeDocument/2006/relationships/tags" Target="../tags/tag107.xml"/><Relationship Id="rId7" Type="http://schemas.openxmlformats.org/officeDocument/2006/relationships/tags" Target="../tags/tag93.xml"/><Relationship Id="rId12" Type="http://schemas.openxmlformats.org/officeDocument/2006/relationships/tags" Target="../tags/tag98.xml"/><Relationship Id="rId17" Type="http://schemas.openxmlformats.org/officeDocument/2006/relationships/tags" Target="../tags/tag103.xml"/><Relationship Id="rId25" Type="http://schemas.openxmlformats.org/officeDocument/2006/relationships/image" Target="../media/image5.emf"/><Relationship Id="rId2" Type="http://schemas.openxmlformats.org/officeDocument/2006/relationships/tags" Target="../tags/tag88.xml"/><Relationship Id="rId16" Type="http://schemas.openxmlformats.org/officeDocument/2006/relationships/tags" Target="../tags/tag102.xml"/><Relationship Id="rId20" Type="http://schemas.openxmlformats.org/officeDocument/2006/relationships/tags" Target="../tags/tag106.xml"/><Relationship Id="rId1" Type="http://schemas.openxmlformats.org/officeDocument/2006/relationships/tags" Target="../tags/tag87.xml"/><Relationship Id="rId6" Type="http://schemas.openxmlformats.org/officeDocument/2006/relationships/tags" Target="../tags/tag92.xml"/><Relationship Id="rId11" Type="http://schemas.openxmlformats.org/officeDocument/2006/relationships/tags" Target="../tags/tag97.xml"/><Relationship Id="rId24" Type="http://schemas.openxmlformats.org/officeDocument/2006/relationships/oleObject" Target="../embeddings/oleObject13.bin"/><Relationship Id="rId5" Type="http://schemas.openxmlformats.org/officeDocument/2006/relationships/tags" Target="../tags/tag91.xml"/><Relationship Id="rId15" Type="http://schemas.openxmlformats.org/officeDocument/2006/relationships/tags" Target="../tags/tag101.xml"/><Relationship Id="rId23" Type="http://schemas.openxmlformats.org/officeDocument/2006/relationships/slideLayout" Target="../slideLayouts/slideLayout2.xml"/><Relationship Id="rId10" Type="http://schemas.openxmlformats.org/officeDocument/2006/relationships/tags" Target="../tags/tag96.xml"/><Relationship Id="rId19" Type="http://schemas.openxmlformats.org/officeDocument/2006/relationships/tags" Target="../tags/tag105.xml"/><Relationship Id="rId4" Type="http://schemas.openxmlformats.org/officeDocument/2006/relationships/tags" Target="../tags/tag90.xml"/><Relationship Id="rId9" Type="http://schemas.openxmlformats.org/officeDocument/2006/relationships/tags" Target="../tags/tag95.xml"/><Relationship Id="rId14" Type="http://schemas.openxmlformats.org/officeDocument/2006/relationships/tags" Target="../tags/tag100.xml"/><Relationship Id="rId22" Type="http://schemas.openxmlformats.org/officeDocument/2006/relationships/tags" Target="../tags/tag108.xml"/><Relationship Id="rId27" Type="http://schemas.openxmlformats.org/officeDocument/2006/relationships/chart" Target="../charts/char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9.xml"/><Relationship Id="rId5" Type="http://schemas.openxmlformats.org/officeDocument/2006/relationships/image" Target="../media/image14.png"/><Relationship Id="rId4" Type="http://schemas.openxmlformats.org/officeDocument/2006/relationships/image" Target="../media/image5.emf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17.xml"/><Relationship Id="rId13" Type="http://schemas.openxmlformats.org/officeDocument/2006/relationships/tags" Target="../tags/tag122.xml"/><Relationship Id="rId18" Type="http://schemas.openxmlformats.org/officeDocument/2006/relationships/image" Target="../media/image5.emf"/><Relationship Id="rId3" Type="http://schemas.openxmlformats.org/officeDocument/2006/relationships/tags" Target="../tags/tag112.xml"/><Relationship Id="rId7" Type="http://schemas.openxmlformats.org/officeDocument/2006/relationships/tags" Target="../tags/tag116.xml"/><Relationship Id="rId12" Type="http://schemas.openxmlformats.org/officeDocument/2006/relationships/tags" Target="../tags/tag121.xml"/><Relationship Id="rId17" Type="http://schemas.openxmlformats.org/officeDocument/2006/relationships/oleObject" Target="../embeddings/oleObject15.bin"/><Relationship Id="rId2" Type="http://schemas.openxmlformats.org/officeDocument/2006/relationships/tags" Target="../tags/tag111.xml"/><Relationship Id="rId16" Type="http://schemas.openxmlformats.org/officeDocument/2006/relationships/slideLayout" Target="../slideLayouts/slideLayout2.xml"/><Relationship Id="rId20" Type="http://schemas.openxmlformats.org/officeDocument/2006/relationships/chart" Target="../charts/chart4.xml"/><Relationship Id="rId1" Type="http://schemas.openxmlformats.org/officeDocument/2006/relationships/tags" Target="../tags/tag110.xml"/><Relationship Id="rId6" Type="http://schemas.openxmlformats.org/officeDocument/2006/relationships/tags" Target="../tags/tag115.xml"/><Relationship Id="rId11" Type="http://schemas.openxmlformats.org/officeDocument/2006/relationships/tags" Target="../tags/tag120.xml"/><Relationship Id="rId5" Type="http://schemas.openxmlformats.org/officeDocument/2006/relationships/tags" Target="../tags/tag114.xml"/><Relationship Id="rId15" Type="http://schemas.openxmlformats.org/officeDocument/2006/relationships/tags" Target="../tags/tag124.xml"/><Relationship Id="rId10" Type="http://schemas.openxmlformats.org/officeDocument/2006/relationships/tags" Target="../tags/tag119.xml"/><Relationship Id="rId19" Type="http://schemas.openxmlformats.org/officeDocument/2006/relationships/chart" Target="../charts/chart3.xml"/><Relationship Id="rId4" Type="http://schemas.openxmlformats.org/officeDocument/2006/relationships/tags" Target="../tags/tag113.xml"/><Relationship Id="rId9" Type="http://schemas.openxmlformats.org/officeDocument/2006/relationships/tags" Target="../tags/tag118.xml"/><Relationship Id="rId14" Type="http://schemas.openxmlformats.org/officeDocument/2006/relationships/tags" Target="../tags/tag12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32.xml"/><Relationship Id="rId13" Type="http://schemas.openxmlformats.org/officeDocument/2006/relationships/slideLayout" Target="../slideLayouts/slideLayout2.xml"/><Relationship Id="rId3" Type="http://schemas.openxmlformats.org/officeDocument/2006/relationships/tags" Target="../tags/tag127.xml"/><Relationship Id="rId7" Type="http://schemas.openxmlformats.org/officeDocument/2006/relationships/tags" Target="../tags/tag131.xml"/><Relationship Id="rId12" Type="http://schemas.openxmlformats.org/officeDocument/2006/relationships/tags" Target="../tags/tag136.xml"/><Relationship Id="rId17" Type="http://schemas.openxmlformats.org/officeDocument/2006/relationships/chart" Target="../charts/chart6.xml"/><Relationship Id="rId2" Type="http://schemas.openxmlformats.org/officeDocument/2006/relationships/tags" Target="../tags/tag126.xml"/><Relationship Id="rId16" Type="http://schemas.openxmlformats.org/officeDocument/2006/relationships/chart" Target="../charts/chart5.xml"/><Relationship Id="rId1" Type="http://schemas.openxmlformats.org/officeDocument/2006/relationships/tags" Target="../tags/tag125.xml"/><Relationship Id="rId6" Type="http://schemas.openxmlformats.org/officeDocument/2006/relationships/tags" Target="../tags/tag130.xml"/><Relationship Id="rId11" Type="http://schemas.openxmlformats.org/officeDocument/2006/relationships/tags" Target="../tags/tag135.xml"/><Relationship Id="rId5" Type="http://schemas.openxmlformats.org/officeDocument/2006/relationships/tags" Target="../tags/tag129.xml"/><Relationship Id="rId15" Type="http://schemas.openxmlformats.org/officeDocument/2006/relationships/image" Target="../media/image5.emf"/><Relationship Id="rId10" Type="http://schemas.openxmlformats.org/officeDocument/2006/relationships/tags" Target="../tags/tag134.xml"/><Relationship Id="rId4" Type="http://schemas.openxmlformats.org/officeDocument/2006/relationships/tags" Target="../tags/tag128.xml"/><Relationship Id="rId9" Type="http://schemas.openxmlformats.org/officeDocument/2006/relationships/tags" Target="../tags/tag133.xml"/><Relationship Id="rId14" Type="http://schemas.openxmlformats.org/officeDocument/2006/relationships/oleObject" Target="../embeddings/oleObject16.bin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7.xml"/><Relationship Id="rId5" Type="http://schemas.openxmlformats.org/officeDocument/2006/relationships/image" Target="../media/image15.png"/><Relationship Id="rId4" Type="http://schemas.openxmlformats.org/officeDocument/2006/relationships/image" Target="../media/image5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8.xml"/><Relationship Id="rId5" Type="http://schemas.openxmlformats.org/officeDocument/2006/relationships/image" Target="../media/image16.png"/><Relationship Id="rId4" Type="http://schemas.openxmlformats.org/officeDocument/2006/relationships/image" Target="../media/image5.e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46.xml"/><Relationship Id="rId13" Type="http://schemas.openxmlformats.org/officeDocument/2006/relationships/tags" Target="../tags/tag151.xml"/><Relationship Id="rId18" Type="http://schemas.openxmlformats.org/officeDocument/2006/relationships/chart" Target="../charts/chart7.xml"/><Relationship Id="rId3" Type="http://schemas.openxmlformats.org/officeDocument/2006/relationships/tags" Target="../tags/tag141.xml"/><Relationship Id="rId7" Type="http://schemas.openxmlformats.org/officeDocument/2006/relationships/tags" Target="../tags/tag145.xml"/><Relationship Id="rId12" Type="http://schemas.openxmlformats.org/officeDocument/2006/relationships/tags" Target="../tags/tag150.xml"/><Relationship Id="rId17" Type="http://schemas.openxmlformats.org/officeDocument/2006/relationships/image" Target="../media/image5.emf"/><Relationship Id="rId2" Type="http://schemas.openxmlformats.org/officeDocument/2006/relationships/tags" Target="../tags/tag140.xml"/><Relationship Id="rId16" Type="http://schemas.openxmlformats.org/officeDocument/2006/relationships/oleObject" Target="../embeddings/oleObject19.bin"/><Relationship Id="rId1" Type="http://schemas.openxmlformats.org/officeDocument/2006/relationships/tags" Target="../tags/tag139.xml"/><Relationship Id="rId6" Type="http://schemas.openxmlformats.org/officeDocument/2006/relationships/tags" Target="../tags/tag144.xml"/><Relationship Id="rId11" Type="http://schemas.openxmlformats.org/officeDocument/2006/relationships/tags" Target="../tags/tag149.xml"/><Relationship Id="rId5" Type="http://schemas.openxmlformats.org/officeDocument/2006/relationships/tags" Target="../tags/tag143.xml"/><Relationship Id="rId15" Type="http://schemas.openxmlformats.org/officeDocument/2006/relationships/slideLayout" Target="../slideLayouts/slideLayout2.xml"/><Relationship Id="rId10" Type="http://schemas.openxmlformats.org/officeDocument/2006/relationships/tags" Target="../tags/tag148.xml"/><Relationship Id="rId19" Type="http://schemas.openxmlformats.org/officeDocument/2006/relationships/chart" Target="../charts/chart8.xml"/><Relationship Id="rId4" Type="http://schemas.openxmlformats.org/officeDocument/2006/relationships/tags" Target="../tags/tag142.xml"/><Relationship Id="rId9" Type="http://schemas.openxmlformats.org/officeDocument/2006/relationships/tags" Target="../tags/tag147.xml"/><Relationship Id="rId14" Type="http://schemas.openxmlformats.org/officeDocument/2006/relationships/tags" Target="../tags/tag15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3.xml"/><Relationship Id="rId5" Type="http://schemas.openxmlformats.org/officeDocument/2006/relationships/image" Target="../media/image17.png"/><Relationship Id="rId4" Type="http://schemas.openxmlformats.org/officeDocument/2006/relationships/image" Target="../media/image5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61.xml"/><Relationship Id="rId13" Type="http://schemas.openxmlformats.org/officeDocument/2006/relationships/tags" Target="../tags/tag166.xml"/><Relationship Id="rId18" Type="http://schemas.openxmlformats.org/officeDocument/2006/relationships/tags" Target="../tags/tag171.xml"/><Relationship Id="rId26" Type="http://schemas.openxmlformats.org/officeDocument/2006/relationships/tags" Target="../tags/tag179.xml"/><Relationship Id="rId3" Type="http://schemas.openxmlformats.org/officeDocument/2006/relationships/tags" Target="../tags/tag156.xml"/><Relationship Id="rId21" Type="http://schemas.openxmlformats.org/officeDocument/2006/relationships/tags" Target="../tags/tag174.xml"/><Relationship Id="rId7" Type="http://schemas.openxmlformats.org/officeDocument/2006/relationships/tags" Target="../tags/tag160.xml"/><Relationship Id="rId12" Type="http://schemas.openxmlformats.org/officeDocument/2006/relationships/tags" Target="../tags/tag165.xml"/><Relationship Id="rId17" Type="http://schemas.openxmlformats.org/officeDocument/2006/relationships/tags" Target="../tags/tag170.xml"/><Relationship Id="rId25" Type="http://schemas.openxmlformats.org/officeDocument/2006/relationships/tags" Target="../tags/tag178.xml"/><Relationship Id="rId2" Type="http://schemas.openxmlformats.org/officeDocument/2006/relationships/tags" Target="../tags/tag155.xml"/><Relationship Id="rId16" Type="http://schemas.openxmlformats.org/officeDocument/2006/relationships/tags" Target="../tags/tag169.xml"/><Relationship Id="rId20" Type="http://schemas.openxmlformats.org/officeDocument/2006/relationships/tags" Target="../tags/tag173.xml"/><Relationship Id="rId29" Type="http://schemas.openxmlformats.org/officeDocument/2006/relationships/image" Target="../media/image5.emf"/><Relationship Id="rId1" Type="http://schemas.openxmlformats.org/officeDocument/2006/relationships/tags" Target="../tags/tag154.xml"/><Relationship Id="rId6" Type="http://schemas.openxmlformats.org/officeDocument/2006/relationships/tags" Target="../tags/tag159.xml"/><Relationship Id="rId11" Type="http://schemas.openxmlformats.org/officeDocument/2006/relationships/tags" Target="../tags/tag164.xml"/><Relationship Id="rId24" Type="http://schemas.openxmlformats.org/officeDocument/2006/relationships/tags" Target="../tags/tag177.xml"/><Relationship Id="rId5" Type="http://schemas.openxmlformats.org/officeDocument/2006/relationships/tags" Target="../tags/tag158.xml"/><Relationship Id="rId15" Type="http://schemas.openxmlformats.org/officeDocument/2006/relationships/tags" Target="../tags/tag168.xml"/><Relationship Id="rId23" Type="http://schemas.openxmlformats.org/officeDocument/2006/relationships/tags" Target="../tags/tag176.xml"/><Relationship Id="rId28" Type="http://schemas.openxmlformats.org/officeDocument/2006/relationships/oleObject" Target="../embeddings/oleObject21.bin"/><Relationship Id="rId10" Type="http://schemas.openxmlformats.org/officeDocument/2006/relationships/tags" Target="../tags/tag163.xml"/><Relationship Id="rId19" Type="http://schemas.openxmlformats.org/officeDocument/2006/relationships/tags" Target="../tags/tag172.xml"/><Relationship Id="rId31" Type="http://schemas.openxmlformats.org/officeDocument/2006/relationships/chart" Target="../charts/chart10.xml"/><Relationship Id="rId4" Type="http://schemas.openxmlformats.org/officeDocument/2006/relationships/tags" Target="../tags/tag157.xml"/><Relationship Id="rId9" Type="http://schemas.openxmlformats.org/officeDocument/2006/relationships/tags" Target="../tags/tag162.xml"/><Relationship Id="rId14" Type="http://schemas.openxmlformats.org/officeDocument/2006/relationships/tags" Target="../tags/tag167.xml"/><Relationship Id="rId22" Type="http://schemas.openxmlformats.org/officeDocument/2006/relationships/tags" Target="../tags/tag175.xml"/><Relationship Id="rId27" Type="http://schemas.openxmlformats.org/officeDocument/2006/relationships/slideLayout" Target="../slideLayouts/slideLayout2.xml"/><Relationship Id="rId30" Type="http://schemas.openxmlformats.org/officeDocument/2006/relationships/chart" Target="../charts/chart9.xml"/></Relationships>
</file>

<file path=ppt/slides/_rels/slide19.xml.rels><?xml version="1.0" encoding="UTF-8" standalone="yes"?>
<Relationships xmlns="http://schemas.openxmlformats.org/package/2006/relationships"><Relationship Id="rId13" Type="http://schemas.openxmlformats.org/officeDocument/2006/relationships/tags" Target="../tags/tag192.xml"/><Relationship Id="rId18" Type="http://schemas.openxmlformats.org/officeDocument/2006/relationships/tags" Target="../tags/tag197.xml"/><Relationship Id="rId26" Type="http://schemas.openxmlformats.org/officeDocument/2006/relationships/tags" Target="../tags/tag205.xml"/><Relationship Id="rId39" Type="http://schemas.openxmlformats.org/officeDocument/2006/relationships/tags" Target="../tags/tag218.xml"/><Relationship Id="rId21" Type="http://schemas.openxmlformats.org/officeDocument/2006/relationships/tags" Target="../tags/tag200.xml"/><Relationship Id="rId34" Type="http://schemas.openxmlformats.org/officeDocument/2006/relationships/tags" Target="../tags/tag213.xml"/><Relationship Id="rId42" Type="http://schemas.openxmlformats.org/officeDocument/2006/relationships/slideLayout" Target="../slideLayouts/slideLayout2.xml"/><Relationship Id="rId7" Type="http://schemas.openxmlformats.org/officeDocument/2006/relationships/tags" Target="../tags/tag186.xml"/><Relationship Id="rId2" Type="http://schemas.openxmlformats.org/officeDocument/2006/relationships/tags" Target="../tags/tag181.xml"/><Relationship Id="rId16" Type="http://schemas.openxmlformats.org/officeDocument/2006/relationships/tags" Target="../tags/tag195.xml"/><Relationship Id="rId29" Type="http://schemas.openxmlformats.org/officeDocument/2006/relationships/tags" Target="../tags/tag208.xml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11" Type="http://schemas.openxmlformats.org/officeDocument/2006/relationships/tags" Target="../tags/tag190.xml"/><Relationship Id="rId24" Type="http://schemas.openxmlformats.org/officeDocument/2006/relationships/tags" Target="../tags/tag203.xml"/><Relationship Id="rId32" Type="http://schemas.openxmlformats.org/officeDocument/2006/relationships/tags" Target="../tags/tag211.xml"/><Relationship Id="rId37" Type="http://schemas.openxmlformats.org/officeDocument/2006/relationships/tags" Target="../tags/tag216.xml"/><Relationship Id="rId40" Type="http://schemas.openxmlformats.org/officeDocument/2006/relationships/tags" Target="../tags/tag219.xml"/><Relationship Id="rId45" Type="http://schemas.openxmlformats.org/officeDocument/2006/relationships/chart" Target="../charts/chart11.xml"/><Relationship Id="rId5" Type="http://schemas.openxmlformats.org/officeDocument/2006/relationships/tags" Target="../tags/tag184.xml"/><Relationship Id="rId15" Type="http://schemas.openxmlformats.org/officeDocument/2006/relationships/tags" Target="../tags/tag194.xml"/><Relationship Id="rId23" Type="http://schemas.openxmlformats.org/officeDocument/2006/relationships/tags" Target="../tags/tag202.xml"/><Relationship Id="rId28" Type="http://schemas.openxmlformats.org/officeDocument/2006/relationships/tags" Target="../tags/tag207.xml"/><Relationship Id="rId36" Type="http://schemas.openxmlformats.org/officeDocument/2006/relationships/tags" Target="../tags/tag215.xml"/><Relationship Id="rId10" Type="http://schemas.openxmlformats.org/officeDocument/2006/relationships/tags" Target="../tags/tag189.xml"/><Relationship Id="rId19" Type="http://schemas.openxmlformats.org/officeDocument/2006/relationships/tags" Target="../tags/tag198.xml"/><Relationship Id="rId31" Type="http://schemas.openxmlformats.org/officeDocument/2006/relationships/tags" Target="../tags/tag210.xml"/><Relationship Id="rId44" Type="http://schemas.openxmlformats.org/officeDocument/2006/relationships/image" Target="../media/image5.emf"/><Relationship Id="rId4" Type="http://schemas.openxmlformats.org/officeDocument/2006/relationships/tags" Target="../tags/tag183.xml"/><Relationship Id="rId9" Type="http://schemas.openxmlformats.org/officeDocument/2006/relationships/tags" Target="../tags/tag188.xml"/><Relationship Id="rId14" Type="http://schemas.openxmlformats.org/officeDocument/2006/relationships/tags" Target="../tags/tag193.xml"/><Relationship Id="rId22" Type="http://schemas.openxmlformats.org/officeDocument/2006/relationships/tags" Target="../tags/tag201.xml"/><Relationship Id="rId27" Type="http://schemas.openxmlformats.org/officeDocument/2006/relationships/tags" Target="../tags/tag206.xml"/><Relationship Id="rId30" Type="http://schemas.openxmlformats.org/officeDocument/2006/relationships/tags" Target="../tags/tag209.xml"/><Relationship Id="rId35" Type="http://schemas.openxmlformats.org/officeDocument/2006/relationships/tags" Target="../tags/tag214.xml"/><Relationship Id="rId43" Type="http://schemas.openxmlformats.org/officeDocument/2006/relationships/oleObject" Target="../embeddings/oleObject22.bin"/><Relationship Id="rId8" Type="http://schemas.openxmlformats.org/officeDocument/2006/relationships/tags" Target="../tags/tag187.xml"/><Relationship Id="rId3" Type="http://schemas.openxmlformats.org/officeDocument/2006/relationships/tags" Target="../tags/tag182.xml"/><Relationship Id="rId12" Type="http://schemas.openxmlformats.org/officeDocument/2006/relationships/tags" Target="../tags/tag191.xml"/><Relationship Id="rId17" Type="http://schemas.openxmlformats.org/officeDocument/2006/relationships/tags" Target="../tags/tag196.xml"/><Relationship Id="rId25" Type="http://schemas.openxmlformats.org/officeDocument/2006/relationships/tags" Target="../tags/tag204.xml"/><Relationship Id="rId33" Type="http://schemas.openxmlformats.org/officeDocument/2006/relationships/tags" Target="../tags/tag212.xml"/><Relationship Id="rId38" Type="http://schemas.openxmlformats.org/officeDocument/2006/relationships/tags" Target="../tags/tag217.xml"/><Relationship Id="rId46" Type="http://schemas.openxmlformats.org/officeDocument/2006/relationships/chart" Target="../charts/chart12.xml"/><Relationship Id="rId20" Type="http://schemas.openxmlformats.org/officeDocument/2006/relationships/tags" Target="../tags/tag199.xml"/><Relationship Id="rId41" Type="http://schemas.openxmlformats.org/officeDocument/2006/relationships/tags" Target="../tags/tag2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1.xml"/><Relationship Id="rId5" Type="http://schemas.openxmlformats.org/officeDocument/2006/relationships/image" Target="../media/image18.png"/><Relationship Id="rId4" Type="http://schemas.openxmlformats.org/officeDocument/2006/relationships/image" Target="../media/image5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2.xml"/><Relationship Id="rId5" Type="http://schemas.openxmlformats.org/officeDocument/2006/relationships/image" Target="../media/image19.png"/><Relationship Id="rId4" Type="http://schemas.openxmlformats.org/officeDocument/2006/relationships/image" Target="../media/image5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274F60E-3E7B-6077-D3A0-CFA8C2D42C2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274F60E-3E7B-6077-D3A0-CFA8C2D42C2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图片占位符 1">
            <a:extLst>
              <a:ext uri="{FF2B5EF4-FFF2-40B4-BE49-F238E27FC236}">
                <a16:creationId xmlns:a16="http://schemas.microsoft.com/office/drawing/2014/main" id="{9C9E2C53-4E55-D6C0-007B-5F93C8656D3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1C2BD3F-5938-00C4-ED5E-6DC316F6215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zh-CN" dirty="0"/>
              <a:t>December</a:t>
            </a:r>
            <a:r>
              <a:rPr kumimoji="1" lang="zh-CN" altLang="en-US" dirty="0"/>
              <a:t> </a:t>
            </a:r>
            <a:r>
              <a:rPr kumimoji="1" lang="en-US" altLang="zh-CN" dirty="0"/>
              <a:t>2023</a:t>
            </a:r>
            <a:endParaRPr kumimoji="1" lang="zh-CN" altLang="en-US" dirty="0"/>
          </a:p>
        </p:txBody>
      </p:sp>
      <p:sp>
        <p:nvSpPr>
          <p:cNvPr id="4" name="副标题 3">
            <a:extLst>
              <a:ext uri="{FF2B5EF4-FFF2-40B4-BE49-F238E27FC236}">
                <a16:creationId xmlns:a16="http://schemas.microsoft.com/office/drawing/2014/main" id="{18B9C01C-7450-DA70-3CEE-AFCB3308197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zh-CN" altLang="en-US" dirty="0">
              <a:latin typeface="Source Han Serif CN Medium" panose="02020400000000000000" pitchFamily="18" charset="-128"/>
              <a:ea typeface="Source Han Serif CN Medium" panose="02020400000000000000" pitchFamily="18" charset="-128"/>
            </a:endParaRPr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13BFA3A6-2FCC-E166-538E-634DE3A59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altLang="zh-CN" dirty="0"/>
              <a:t>McKinsey Style Page Collection</a:t>
            </a:r>
            <a:endParaRPr kumimoji="1" lang="zh-CN" altLang="en-US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9C47AD1-2305-F8C2-49C0-B5CA4BB491F5}"/>
              </a:ext>
            </a:extLst>
          </p:cNvPr>
          <p:cNvSpPr txBox="1"/>
          <p:nvPr/>
        </p:nvSpPr>
        <p:spPr>
          <a:xfrm>
            <a:off x="720090" y="61036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34586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443368"/>
            <a:ext cx="8311896" cy="731520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布局要求示例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marL="0" marR="0" lvl="0" indent="0" algn="l" defTabSz="914274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6796D6-9010-2D20-F936-D500E7420310}"/>
              </a:ext>
            </a:extLst>
          </p:cNvPr>
          <p:cNvSpPr txBox="1"/>
          <p:nvPr/>
        </p:nvSpPr>
        <p:spPr>
          <a:xfrm>
            <a:off x="416054" y="1245870"/>
            <a:ext cx="8308846" cy="46069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274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Han Serif CN Medium" panose="02020400000000000000" pitchFamily="18" charset="-128"/>
                <a:ea typeface="Source Han Serif CN Medium" panose="02020400000000000000" pitchFamily="18" charset="-128"/>
                <a:cs typeface="+mn-cs"/>
              </a:rPr>
              <a:t>一般而言，只需要制作如下布局的页面已经可以满足基本的演示文稿制作要求，这些页面相对较为标准化，容易把握，便于明确结构，突出主题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Han Serif CN Medium" panose="02020400000000000000" pitchFamily="18" charset="-128"/>
              <a:ea typeface="Source Han Serif CN Medium" panose="02020400000000000000" pitchFamily="18" charset="-128"/>
              <a:cs typeface="+mn-cs"/>
            </a:endParaRPr>
          </a:p>
          <a:p>
            <a:pPr marL="0" marR="0" lvl="0" indent="0" algn="l" defTabSz="914274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Han Serif CN Medium" panose="02020400000000000000" pitchFamily="18" charset="-128"/>
              <a:ea typeface="Source Han Serif CN Medium" panose="02020400000000000000" pitchFamily="18" charset="-128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51DA06-03A1-1E29-4849-8D62B051D6FB}"/>
              </a:ext>
            </a:extLst>
          </p:cNvPr>
          <p:cNvSpPr/>
          <p:nvPr/>
        </p:nvSpPr>
        <p:spPr>
          <a:xfrm>
            <a:off x="412750" y="1746748"/>
            <a:ext cx="124460" cy="37369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74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2F44A3-9AE3-1EFA-0167-156C1A93AAD6}"/>
              </a:ext>
            </a:extLst>
          </p:cNvPr>
          <p:cNvSpPr txBox="1"/>
          <p:nvPr/>
        </p:nvSpPr>
        <p:spPr>
          <a:xfrm>
            <a:off x="605790" y="1798003"/>
            <a:ext cx="982980" cy="28225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274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Han Serif CN Medium" panose="02020400000000000000" pitchFamily="18" charset="-128"/>
                <a:ea typeface="Source Han Serif CN Medium" panose="02020400000000000000" pitchFamily="18" charset="-128"/>
                <a:cs typeface="+mn-cs"/>
              </a:rPr>
              <a:t>左右结构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165614-8959-33C5-6B44-74CC9E35F524}"/>
              </a:ext>
            </a:extLst>
          </p:cNvPr>
          <p:cNvSpPr/>
          <p:nvPr/>
        </p:nvSpPr>
        <p:spPr>
          <a:xfrm>
            <a:off x="4606649" y="1746748"/>
            <a:ext cx="124460" cy="37369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74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F36764-878D-415C-762B-B2324ACB61E7}"/>
              </a:ext>
            </a:extLst>
          </p:cNvPr>
          <p:cNvSpPr txBox="1"/>
          <p:nvPr/>
        </p:nvSpPr>
        <p:spPr>
          <a:xfrm>
            <a:off x="4799689" y="1798003"/>
            <a:ext cx="982980" cy="28225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274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Han Serif CN Medium" panose="02020400000000000000" pitchFamily="18" charset="-128"/>
                <a:ea typeface="Source Han Serif CN Medium" panose="02020400000000000000" pitchFamily="18" charset="-128"/>
                <a:cs typeface="+mn-cs"/>
              </a:rPr>
              <a:t>图文结构</a:t>
            </a:r>
          </a:p>
        </p:txBody>
      </p:sp>
      <p:pic>
        <p:nvPicPr>
          <p:cNvPr id="12" name="Picture 13">
            <a:extLst>
              <a:ext uri="{FF2B5EF4-FFF2-40B4-BE49-F238E27FC236}">
                <a16:creationId xmlns:a16="http://schemas.microsoft.com/office/drawing/2014/main" id="{88EF5B49-72F4-E5C6-CB58-9E0BCCC3D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50" y="2386800"/>
            <a:ext cx="4159250" cy="3088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10">
            <a:extLst>
              <a:ext uri="{FF2B5EF4-FFF2-40B4-BE49-F238E27FC236}">
                <a16:creationId xmlns:a16="http://schemas.microsoft.com/office/drawing/2014/main" id="{9E57C579-9CAB-BE53-5D3B-620386AF5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649" y="2386800"/>
            <a:ext cx="4124601" cy="30889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58370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443368"/>
            <a:ext cx="8311896" cy="731520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布局要求示例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marL="0" marR="0" lvl="0" indent="0" algn="l" defTabSz="914274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6796D6-9010-2D20-F936-D500E7420310}"/>
              </a:ext>
            </a:extLst>
          </p:cNvPr>
          <p:cNvSpPr txBox="1"/>
          <p:nvPr/>
        </p:nvSpPr>
        <p:spPr>
          <a:xfrm>
            <a:off x="416054" y="1245870"/>
            <a:ext cx="8308846" cy="46069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274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Han Serif CN Medium" panose="02020400000000000000" pitchFamily="18" charset="-128"/>
                <a:ea typeface="Source Han Serif CN Medium" panose="02020400000000000000" pitchFamily="18" charset="-128"/>
                <a:cs typeface="+mn-cs"/>
              </a:rPr>
              <a:t>一般而言，只需要制作如下布局的页面已经可以满足基本的演示文稿制作要求，这些页面相对较为标准化，容易把握，便于明确结构，突出主题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Han Serif CN Medium" panose="02020400000000000000" pitchFamily="18" charset="-128"/>
              <a:ea typeface="Source Han Serif CN Medium" panose="02020400000000000000" pitchFamily="18" charset="-128"/>
              <a:cs typeface="+mn-cs"/>
            </a:endParaRPr>
          </a:p>
          <a:p>
            <a:pPr marL="0" marR="0" lvl="0" indent="0" algn="l" defTabSz="914274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Han Serif CN Medium" panose="02020400000000000000" pitchFamily="18" charset="-128"/>
              <a:ea typeface="Source Han Serif CN Medium" panose="02020400000000000000" pitchFamily="18" charset="-128"/>
              <a:cs typeface="+mn-cs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E51DA06-03A1-1E29-4849-8D62B051D6FB}"/>
              </a:ext>
            </a:extLst>
          </p:cNvPr>
          <p:cNvSpPr/>
          <p:nvPr/>
        </p:nvSpPr>
        <p:spPr>
          <a:xfrm>
            <a:off x="412750" y="1746748"/>
            <a:ext cx="124460" cy="37369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74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E2F44A3-9AE3-1EFA-0167-156C1A93AAD6}"/>
              </a:ext>
            </a:extLst>
          </p:cNvPr>
          <p:cNvSpPr txBox="1"/>
          <p:nvPr/>
        </p:nvSpPr>
        <p:spPr>
          <a:xfrm>
            <a:off x="582930" y="1798003"/>
            <a:ext cx="1177290" cy="28225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274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Han Serif CN Medium" panose="02020400000000000000" pitchFamily="18" charset="-128"/>
                <a:ea typeface="Source Han Serif CN Medium" panose="02020400000000000000" pitchFamily="18" charset="-128"/>
                <a:cs typeface="+mn-cs"/>
              </a:rPr>
              <a:t>表格结构一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D165614-8959-33C5-6B44-74CC9E35F524}"/>
              </a:ext>
            </a:extLst>
          </p:cNvPr>
          <p:cNvSpPr/>
          <p:nvPr/>
        </p:nvSpPr>
        <p:spPr>
          <a:xfrm>
            <a:off x="4606649" y="1746748"/>
            <a:ext cx="124460" cy="373697"/>
          </a:xfrm>
          <a:prstGeom prst="rect">
            <a:avLst/>
          </a:prstGeom>
          <a:solidFill>
            <a:schemeClr val="accent1"/>
          </a:solidFill>
          <a:ln w="6350" cap="sq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274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5F36764-878D-415C-762B-B2324ACB61E7}"/>
              </a:ext>
            </a:extLst>
          </p:cNvPr>
          <p:cNvSpPr txBox="1"/>
          <p:nvPr/>
        </p:nvSpPr>
        <p:spPr>
          <a:xfrm>
            <a:off x="4776828" y="1798003"/>
            <a:ext cx="1303931" cy="282257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274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Han Serif CN Medium" panose="02020400000000000000" pitchFamily="18" charset="-128"/>
                <a:ea typeface="Source Han Serif CN Medium" panose="02020400000000000000" pitchFamily="18" charset="-128"/>
                <a:cs typeface="+mn-cs"/>
              </a:rPr>
              <a:t>表格结构二</a:t>
            </a:r>
          </a:p>
        </p:txBody>
      </p:sp>
      <p:pic>
        <p:nvPicPr>
          <p:cNvPr id="3" name="Picture 15">
            <a:extLst>
              <a:ext uri="{FF2B5EF4-FFF2-40B4-BE49-F238E27FC236}">
                <a16:creationId xmlns:a16="http://schemas.microsoft.com/office/drawing/2014/main" id="{02E038ED-E640-24F7-FB4B-1A71757864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751" y="2480859"/>
            <a:ext cx="4046174" cy="2994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17">
            <a:extLst>
              <a:ext uri="{FF2B5EF4-FFF2-40B4-BE49-F238E27FC236}">
                <a16:creationId xmlns:a16="http://schemas.microsoft.com/office/drawing/2014/main" id="{73EB9152-A208-3A43-56DE-56A88F432D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649" y="2480857"/>
            <a:ext cx="4109336" cy="29941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02239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" imgW="7772400" imgH="10058400" progId="TCLayout.ActiveDocument.1">
                  <p:embed/>
                </p:oleObj>
              </mc:Choice>
              <mc:Fallback>
                <p:oleObj name="think-cell 幻灯片" r:id="rId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443368"/>
            <a:ext cx="8311896" cy="731520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布局要点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marL="0" marR="0" lvl="0" indent="0" algn="l" defTabSz="914274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0D6796D6-9010-2D20-F936-D500E7420310}"/>
              </a:ext>
            </a:extLst>
          </p:cNvPr>
          <p:cNvSpPr txBox="1"/>
          <p:nvPr/>
        </p:nvSpPr>
        <p:spPr>
          <a:xfrm>
            <a:off x="416054" y="1245870"/>
            <a:ext cx="8308846" cy="46069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marL="0" marR="0" lvl="0" indent="0" algn="l" defTabSz="914274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Han Serif CN Medium" panose="02020400000000000000" pitchFamily="18" charset="-128"/>
                <a:ea typeface="Source Han Serif CN Medium" panose="02020400000000000000" pitchFamily="18" charset="-128"/>
                <a:cs typeface="+mn-cs"/>
              </a:rPr>
              <a:t>新人需要牢记“五个一”来提升和完善自己的麦肯锡风格演示页</a:t>
            </a:r>
            <a:endParaRPr kumimoji="1" lang="zh-CN" altLang="en-US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ource Han Serif CN Medium" panose="02020400000000000000" pitchFamily="18" charset="-128"/>
              <a:ea typeface="Source Han Serif CN Medium" panose="02020400000000000000" pitchFamily="18" charset="-128"/>
              <a:cs typeface="+mn-cs"/>
            </a:endParaRPr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E8D5C4AF-C38D-4A96-EC02-5E9097BFC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192" y="1713703"/>
            <a:ext cx="1220561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spAutoFit/>
          </a:bodyPr>
          <a:lstStyle>
            <a:lvl1pPr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47675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95350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44930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92605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4980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0700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420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2140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五个牢记</a:t>
            </a:r>
          </a:p>
        </p:txBody>
      </p:sp>
      <p:cxnSp>
        <p:nvCxnSpPr>
          <p:cNvPr id="13" name="Straight Connector 26">
            <a:extLst>
              <a:ext uri="{FF2B5EF4-FFF2-40B4-BE49-F238E27FC236}">
                <a16:creationId xmlns:a16="http://schemas.microsoft.com/office/drawing/2014/main" id="{569D3918-28B6-8ADB-50E7-406FAB95E038}"/>
              </a:ext>
            </a:extLst>
          </p:cNvPr>
          <p:cNvCxnSpPr/>
          <p:nvPr/>
        </p:nvCxnSpPr>
        <p:spPr>
          <a:xfrm>
            <a:off x="548462" y="2022501"/>
            <a:ext cx="1484277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6">
            <a:extLst>
              <a:ext uri="{FF2B5EF4-FFF2-40B4-BE49-F238E27FC236}">
                <a16:creationId xmlns:a16="http://schemas.microsoft.com/office/drawing/2014/main" id="{A1FE08D0-EDA9-16FA-1761-FDF135EAC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32548" y="1713703"/>
            <a:ext cx="1433983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spAutoFit/>
          </a:bodyPr>
          <a:lstStyle>
            <a:lvl1pPr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47675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95350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44930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92605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4980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0700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420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2140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关键重点</a:t>
            </a:r>
          </a:p>
        </p:txBody>
      </p:sp>
      <p:cxnSp>
        <p:nvCxnSpPr>
          <p:cNvPr id="16" name="Straight Connector 66">
            <a:extLst>
              <a:ext uri="{FF2B5EF4-FFF2-40B4-BE49-F238E27FC236}">
                <a16:creationId xmlns:a16="http://schemas.microsoft.com/office/drawing/2014/main" id="{A89215BF-81D6-F8AB-0462-57A2B01B0231}"/>
              </a:ext>
            </a:extLst>
          </p:cNvPr>
          <p:cNvCxnSpPr/>
          <p:nvPr/>
        </p:nvCxnSpPr>
        <p:spPr>
          <a:xfrm>
            <a:off x="2306818" y="2022501"/>
            <a:ext cx="1841654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Line 16">
            <a:extLst>
              <a:ext uri="{FF2B5EF4-FFF2-40B4-BE49-F238E27FC236}">
                <a16:creationId xmlns:a16="http://schemas.microsoft.com/office/drawing/2014/main" id="{059FFD1B-A234-9002-AC06-B1693B893E53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785585" y="2932229"/>
            <a:ext cx="5318070" cy="0"/>
          </a:xfrm>
          <a:prstGeom prst="line">
            <a:avLst/>
          </a:prstGeom>
          <a:noFill/>
          <a:ln w="9525">
            <a:solidFill>
              <a:srgbClr val="B2B2B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2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Rectangle 6">
            <a:extLst>
              <a:ext uri="{FF2B5EF4-FFF2-40B4-BE49-F238E27FC236}">
                <a16:creationId xmlns:a16="http://schemas.microsoft.com/office/drawing/2014/main" id="{2D393434-8C20-31BD-47B9-FA05F18B0C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3081" y="1713703"/>
            <a:ext cx="1433983" cy="184666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square" lIns="0" tIns="0" rIns="0" bIns="0" anchor="ctr" anchorCtr="0">
            <a:spAutoFit/>
          </a:bodyPr>
          <a:lstStyle>
            <a:lvl1pPr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447675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895350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344930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1792605" defTabSz="895350"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24980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70700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16420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621405" defTabSz="895350" fontAlgn="base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避免误区</a:t>
            </a:r>
          </a:p>
        </p:txBody>
      </p:sp>
      <p:cxnSp>
        <p:nvCxnSpPr>
          <p:cNvPr id="19" name="Straight Connector 52">
            <a:extLst>
              <a:ext uri="{FF2B5EF4-FFF2-40B4-BE49-F238E27FC236}">
                <a16:creationId xmlns:a16="http://schemas.microsoft.com/office/drawing/2014/main" id="{E3E3D53D-0C8F-939F-B2BB-A2AE3C7D34F7}"/>
              </a:ext>
            </a:extLst>
          </p:cNvPr>
          <p:cNvCxnSpPr/>
          <p:nvPr/>
        </p:nvCxnSpPr>
        <p:spPr>
          <a:xfrm>
            <a:off x="4427351" y="2022501"/>
            <a:ext cx="1828799" cy="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Line 16">
            <a:extLst>
              <a:ext uri="{FF2B5EF4-FFF2-40B4-BE49-F238E27FC236}">
                <a16:creationId xmlns:a16="http://schemas.microsoft.com/office/drawing/2014/main" id="{87D6857F-ACC2-C99D-3609-52065003C039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785585" y="3840609"/>
            <a:ext cx="5318070" cy="0"/>
          </a:xfrm>
          <a:prstGeom prst="line">
            <a:avLst/>
          </a:prstGeom>
          <a:noFill/>
          <a:ln w="9525">
            <a:solidFill>
              <a:srgbClr val="B2B2B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2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1" name="Line 16">
            <a:extLst>
              <a:ext uri="{FF2B5EF4-FFF2-40B4-BE49-F238E27FC236}">
                <a16:creationId xmlns:a16="http://schemas.microsoft.com/office/drawing/2014/main" id="{9FF62FDB-C510-1F8C-7DA0-276C81DE28AE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785585" y="4748989"/>
            <a:ext cx="5318070" cy="0"/>
          </a:xfrm>
          <a:prstGeom prst="line">
            <a:avLst/>
          </a:prstGeom>
          <a:noFill/>
          <a:ln w="9525">
            <a:solidFill>
              <a:srgbClr val="B2B2B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2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Line 16">
            <a:extLst>
              <a:ext uri="{FF2B5EF4-FFF2-40B4-BE49-F238E27FC236}">
                <a16:creationId xmlns:a16="http://schemas.microsoft.com/office/drawing/2014/main" id="{06F21086-0773-786D-EAC3-09CC1E684C9C}"/>
              </a:ext>
            </a:extLst>
          </p:cNvPr>
          <p:cNvSpPr>
            <a:spLocks noChangeShapeType="1"/>
          </p:cNvSpPr>
          <p:nvPr/>
        </p:nvSpPr>
        <p:spPr bwMode="gray">
          <a:xfrm flipV="1">
            <a:off x="785585" y="5657369"/>
            <a:ext cx="5318070" cy="0"/>
          </a:xfrm>
          <a:prstGeom prst="line">
            <a:avLst/>
          </a:prstGeom>
          <a:noFill/>
          <a:ln w="9525">
            <a:solidFill>
              <a:srgbClr val="B2B2B2"/>
            </a:solidFill>
            <a:prstDash val="dash"/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2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3" name="Rectangle 7">
            <a:extLst>
              <a:ext uri="{FF2B5EF4-FFF2-40B4-BE49-F238E27FC236}">
                <a16:creationId xmlns:a16="http://schemas.microsoft.com/office/drawing/2014/main" id="{7179CDFF-5ED7-95E0-1B16-0E87DFF3624D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8297" y="2183957"/>
            <a:ext cx="1350862" cy="586816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9" tIns="72009" rIns="72009" bIns="72009" anchor="ctr"/>
          <a:lstStyle>
            <a:lvl1pPr marL="342900" indent="-3429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0668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06680" marR="0" lvl="1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051C2C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8C5AC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4" name="Oval 42">
            <a:extLst>
              <a:ext uri="{FF2B5EF4-FFF2-40B4-BE49-F238E27FC236}">
                <a16:creationId xmlns:a16="http://schemas.microsoft.com/office/drawing/2014/main" id="{8731607A-C1F7-5135-C3B7-3A1336C0242C}"/>
              </a:ext>
            </a:extLst>
          </p:cNvPr>
          <p:cNvSpPr/>
          <p:nvPr/>
        </p:nvSpPr>
        <p:spPr>
          <a:xfrm>
            <a:off x="548462" y="2336116"/>
            <a:ext cx="266825" cy="282499"/>
          </a:xfrm>
          <a:prstGeom prst="ellipse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5" name="TextBox 2">
            <a:extLst>
              <a:ext uri="{FF2B5EF4-FFF2-40B4-BE49-F238E27FC236}">
                <a16:creationId xmlns:a16="http://schemas.microsoft.com/office/drawing/2014/main" id="{3359748F-7F44-2253-D611-F4F74B3EC121}"/>
              </a:ext>
            </a:extLst>
          </p:cNvPr>
          <p:cNvSpPr txBox="1"/>
          <p:nvPr/>
        </p:nvSpPr>
        <p:spPr>
          <a:xfrm>
            <a:off x="1007457" y="2385032"/>
            <a:ext cx="887296" cy="215444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erif CN" panose="02020400000000000000" pitchFamily="18" charset="-128"/>
                <a:ea typeface="Source Han Serif CN" panose="02020400000000000000" pitchFamily="18" charset="-128"/>
                <a:cs typeface="+mn-cs"/>
              </a:rPr>
              <a:t>一把尺子</a:t>
            </a:r>
          </a:p>
        </p:txBody>
      </p:sp>
      <p:sp>
        <p:nvSpPr>
          <p:cNvPr id="26" name="TextBox 90">
            <a:extLst>
              <a:ext uri="{FF2B5EF4-FFF2-40B4-BE49-F238E27FC236}">
                <a16:creationId xmlns:a16="http://schemas.microsoft.com/office/drawing/2014/main" id="{2EA43B35-074B-F464-FF24-F88D32EE4103}"/>
              </a:ext>
            </a:extLst>
          </p:cNvPr>
          <p:cNvSpPr txBox="1"/>
          <p:nvPr/>
        </p:nvSpPr>
        <p:spPr>
          <a:xfrm>
            <a:off x="2306817" y="2183957"/>
            <a:ext cx="1828800" cy="553998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0" marR="0" lvl="0" indent="0" algn="just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空得正好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：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Spacing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很重要，上下留空，左右留档，行距得当，务必文本框</a:t>
            </a:r>
          </a:p>
        </p:txBody>
      </p:sp>
      <p:sp>
        <p:nvSpPr>
          <p:cNvPr id="27" name="Rectangle 7">
            <a:extLst>
              <a:ext uri="{FF2B5EF4-FFF2-40B4-BE49-F238E27FC236}">
                <a16:creationId xmlns:a16="http://schemas.microsoft.com/office/drawing/2014/main" id="{AB4D27E7-6FE1-1B74-F04E-2F863D80D2D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8297" y="3093685"/>
            <a:ext cx="1350862" cy="5854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9" tIns="72009" rIns="72009" bIns="72009" anchor="ctr"/>
          <a:lstStyle>
            <a:lvl1pPr marL="342900" indent="-3429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0668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06680" marR="0" lvl="1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051C2C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8C5AC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8" name="Oval 43">
            <a:extLst>
              <a:ext uri="{FF2B5EF4-FFF2-40B4-BE49-F238E27FC236}">
                <a16:creationId xmlns:a16="http://schemas.microsoft.com/office/drawing/2014/main" id="{0B08ED69-C29D-0AD1-5946-FAFD3B5E0BD3}"/>
              </a:ext>
            </a:extLst>
          </p:cNvPr>
          <p:cNvSpPr/>
          <p:nvPr/>
        </p:nvSpPr>
        <p:spPr>
          <a:xfrm>
            <a:off x="572244" y="3245170"/>
            <a:ext cx="266825" cy="282499"/>
          </a:xfrm>
          <a:prstGeom prst="ellipse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Box 83">
            <a:extLst>
              <a:ext uri="{FF2B5EF4-FFF2-40B4-BE49-F238E27FC236}">
                <a16:creationId xmlns:a16="http://schemas.microsoft.com/office/drawing/2014/main" id="{B2DDD0C7-7751-2120-9184-283C811F7815}"/>
              </a:ext>
            </a:extLst>
          </p:cNvPr>
          <p:cNvSpPr txBox="1"/>
          <p:nvPr/>
        </p:nvSpPr>
        <p:spPr>
          <a:xfrm>
            <a:off x="1020715" y="3294086"/>
            <a:ext cx="853322" cy="215444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erif CN" panose="02020400000000000000" pitchFamily="18" charset="-128"/>
                <a:ea typeface="Source Han Serif CN" panose="02020400000000000000" pitchFamily="18" charset="-128"/>
                <a:cs typeface="+mn-cs"/>
              </a:rPr>
              <a:t>一块豆腐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Han Serif CN" panose="02020400000000000000" pitchFamily="18" charset="-128"/>
              <a:ea typeface="Source Han Serif CN" panose="02020400000000000000" pitchFamily="18" charset="-128"/>
              <a:cs typeface="+mn-cs"/>
            </a:endParaRPr>
          </a:p>
        </p:txBody>
      </p:sp>
      <p:sp>
        <p:nvSpPr>
          <p:cNvPr id="30" name="TextBox 89">
            <a:extLst>
              <a:ext uri="{FF2B5EF4-FFF2-40B4-BE49-F238E27FC236}">
                <a16:creationId xmlns:a16="http://schemas.microsoft.com/office/drawing/2014/main" id="{B9C9D8AF-9E48-71C0-A70C-E6ED9934717D}"/>
              </a:ext>
            </a:extLst>
          </p:cNvPr>
          <p:cNvSpPr txBox="1"/>
          <p:nvPr/>
        </p:nvSpPr>
        <p:spPr>
          <a:xfrm>
            <a:off x="2306817" y="3093685"/>
            <a:ext cx="1828800" cy="553998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0" marR="0" lvl="0" indent="0" algn="just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切的方正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：好看豆腐块，至少两行半，不够要新增，多了要切掉，强迫症也挺好</a:t>
            </a:r>
          </a:p>
        </p:txBody>
      </p:sp>
      <p:sp>
        <p:nvSpPr>
          <p:cNvPr id="31" name="Rectangle 7">
            <a:extLst>
              <a:ext uri="{FF2B5EF4-FFF2-40B4-BE49-F238E27FC236}">
                <a16:creationId xmlns:a16="http://schemas.microsoft.com/office/drawing/2014/main" id="{905FFEAD-DCA4-46E7-CDA3-1FA467476DFD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1877" y="4002065"/>
            <a:ext cx="1350862" cy="5854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9" tIns="72009" rIns="72009" bIns="72009" anchor="ctr"/>
          <a:lstStyle>
            <a:lvl1pPr marL="342900" indent="-3429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0668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06680" marR="0" lvl="1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051C2C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8C5AC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2" name="Oval 44">
            <a:extLst>
              <a:ext uri="{FF2B5EF4-FFF2-40B4-BE49-F238E27FC236}">
                <a16:creationId xmlns:a16="http://schemas.microsoft.com/office/drawing/2014/main" id="{4F2E096F-9F04-83E3-C373-44CC21AA1CEE}"/>
              </a:ext>
            </a:extLst>
          </p:cNvPr>
          <p:cNvSpPr/>
          <p:nvPr/>
        </p:nvSpPr>
        <p:spPr>
          <a:xfrm>
            <a:off x="548463" y="4153550"/>
            <a:ext cx="266825" cy="282499"/>
          </a:xfrm>
          <a:prstGeom prst="ellipse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3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Box 84">
            <a:extLst>
              <a:ext uri="{FF2B5EF4-FFF2-40B4-BE49-F238E27FC236}">
                <a16:creationId xmlns:a16="http://schemas.microsoft.com/office/drawing/2014/main" id="{1CE8244A-FA0E-A704-678C-EC00AEA3DC26}"/>
              </a:ext>
            </a:extLst>
          </p:cNvPr>
          <p:cNvSpPr txBox="1"/>
          <p:nvPr/>
        </p:nvSpPr>
        <p:spPr>
          <a:xfrm>
            <a:off x="1048568" y="4202465"/>
            <a:ext cx="923057" cy="215444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erif CN" panose="02020400000000000000" pitchFamily="18" charset="-128"/>
                <a:ea typeface="Source Han Serif CN" panose="02020400000000000000" pitchFamily="18" charset="-128"/>
                <a:cs typeface="+mn-cs"/>
              </a:rPr>
              <a:t>一幅画布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Han Serif CN" panose="02020400000000000000" pitchFamily="18" charset="-128"/>
              <a:ea typeface="Source Han Serif CN" panose="02020400000000000000" pitchFamily="18" charset="-128"/>
              <a:cs typeface="+mn-cs"/>
            </a:endParaRPr>
          </a:p>
        </p:txBody>
      </p:sp>
      <p:sp>
        <p:nvSpPr>
          <p:cNvPr id="34" name="TextBox 92">
            <a:extLst>
              <a:ext uri="{FF2B5EF4-FFF2-40B4-BE49-F238E27FC236}">
                <a16:creationId xmlns:a16="http://schemas.microsoft.com/office/drawing/2014/main" id="{C20349B6-58F0-03A1-7466-0295E55D1DF0}"/>
              </a:ext>
            </a:extLst>
          </p:cNvPr>
          <p:cNvSpPr txBox="1"/>
          <p:nvPr/>
        </p:nvSpPr>
        <p:spPr>
          <a:xfrm>
            <a:off x="2306818" y="4002065"/>
            <a:ext cx="1828800" cy="553998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0" marR="0" lvl="0" indent="0" algn="just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看得舒服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：字号尽量用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12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，内容必须同个号；颜色切记同色系，图表要有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callout</a:t>
            </a:r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5" name="Rectangle 7">
            <a:extLst>
              <a:ext uri="{FF2B5EF4-FFF2-40B4-BE49-F238E27FC236}">
                <a16:creationId xmlns:a16="http://schemas.microsoft.com/office/drawing/2014/main" id="{8EE6867D-30C3-1B4A-2604-AF158F9144F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1877" y="4910445"/>
            <a:ext cx="1350862" cy="5854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9" tIns="72009" rIns="72009" bIns="72009" anchor="ctr"/>
          <a:lstStyle>
            <a:lvl1pPr marL="342900" indent="-3429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0668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06680" marR="0" lvl="1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051C2C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8C5AC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36" name="Oval 45">
            <a:extLst>
              <a:ext uri="{FF2B5EF4-FFF2-40B4-BE49-F238E27FC236}">
                <a16:creationId xmlns:a16="http://schemas.microsoft.com/office/drawing/2014/main" id="{19F58695-11EA-C7B5-E21A-7DB6601D4ABB}"/>
              </a:ext>
            </a:extLst>
          </p:cNvPr>
          <p:cNvSpPr/>
          <p:nvPr/>
        </p:nvSpPr>
        <p:spPr>
          <a:xfrm>
            <a:off x="548463" y="5061930"/>
            <a:ext cx="266825" cy="282499"/>
          </a:xfrm>
          <a:prstGeom prst="ellipse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4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7" name="TextBox 85">
            <a:extLst>
              <a:ext uri="{FF2B5EF4-FFF2-40B4-BE49-F238E27FC236}">
                <a16:creationId xmlns:a16="http://schemas.microsoft.com/office/drawing/2014/main" id="{1BFB6255-8C82-358F-8E8F-2472B9E6BC9B}"/>
              </a:ext>
            </a:extLst>
          </p:cNvPr>
          <p:cNvSpPr txBox="1"/>
          <p:nvPr/>
        </p:nvSpPr>
        <p:spPr>
          <a:xfrm>
            <a:off x="1048568" y="5110845"/>
            <a:ext cx="923057" cy="215444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erif CN" panose="02020400000000000000" pitchFamily="18" charset="-128"/>
                <a:ea typeface="Source Han Serif CN" panose="02020400000000000000" pitchFamily="18" charset="-128"/>
                <a:cs typeface="+mn-cs"/>
              </a:rPr>
              <a:t>一串热键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Han Serif CN" panose="02020400000000000000" pitchFamily="18" charset="-128"/>
              <a:ea typeface="Source Han Serif CN" panose="02020400000000000000" pitchFamily="18" charset="-128"/>
              <a:cs typeface="+mn-cs"/>
            </a:endParaRPr>
          </a:p>
        </p:txBody>
      </p:sp>
      <p:sp>
        <p:nvSpPr>
          <p:cNvPr id="38" name="TextBox 93">
            <a:extLst>
              <a:ext uri="{FF2B5EF4-FFF2-40B4-BE49-F238E27FC236}">
                <a16:creationId xmlns:a16="http://schemas.microsoft.com/office/drawing/2014/main" id="{E296A845-1B1C-811E-969E-646F894F0B3A}"/>
              </a:ext>
            </a:extLst>
          </p:cNvPr>
          <p:cNvSpPr txBox="1"/>
          <p:nvPr/>
        </p:nvSpPr>
        <p:spPr>
          <a:xfrm>
            <a:off x="2306818" y="4910445"/>
            <a:ext cx="1828800" cy="553998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0" marR="0" lvl="0" indent="0" algn="just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画得高效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：关键热键要记牢，熟能生巧效率高，不要小看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活，领导看到印象好</a:t>
            </a:r>
          </a:p>
        </p:txBody>
      </p:sp>
      <p:sp>
        <p:nvSpPr>
          <p:cNvPr id="39" name="Rectangle 7">
            <a:extLst>
              <a:ext uri="{FF2B5EF4-FFF2-40B4-BE49-F238E27FC236}">
                <a16:creationId xmlns:a16="http://schemas.microsoft.com/office/drawing/2014/main" id="{A6766B6B-64A4-ABD6-40B7-9D40E97EE59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1877" y="5818825"/>
            <a:ext cx="1350862" cy="585468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72009" tIns="72009" rIns="72009" bIns="72009" anchor="ctr"/>
          <a:lstStyle>
            <a:lvl1pPr marL="342900" indent="-3429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0668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defTabSz="895350" eaLnBrk="0" hangingPunct="0"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defTabSz="89535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106680" marR="0" lvl="1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ct val="20000"/>
              </a:spcAft>
              <a:buClr>
                <a:srgbClr val="051C2C"/>
              </a:buClr>
              <a:buSzPct val="110000"/>
              <a:buFont typeface="Wingdings" panose="05000000000000000000" pitchFamily="2" charset="2"/>
              <a:buNone/>
              <a:tabLst/>
              <a:defRPr/>
            </a:pPr>
            <a:endParaRPr kumimoji="0" lang="en-US" altLang="en-US" sz="1200" b="1" i="0" u="none" strike="noStrike" kern="1200" cap="none" spc="0" normalizeH="0" baseline="0" noProof="0" dirty="0">
              <a:ln>
                <a:noFill/>
              </a:ln>
              <a:solidFill>
                <a:srgbClr val="8C5AC8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0" name="Oval 79">
            <a:extLst>
              <a:ext uri="{FF2B5EF4-FFF2-40B4-BE49-F238E27FC236}">
                <a16:creationId xmlns:a16="http://schemas.microsoft.com/office/drawing/2014/main" id="{7AD31EE7-5E06-D004-4906-78FF09CAD9E5}"/>
              </a:ext>
            </a:extLst>
          </p:cNvPr>
          <p:cNvSpPr/>
          <p:nvPr/>
        </p:nvSpPr>
        <p:spPr>
          <a:xfrm>
            <a:off x="548463" y="5970310"/>
            <a:ext cx="266825" cy="282499"/>
          </a:xfrm>
          <a:prstGeom prst="ellipse">
            <a:avLst/>
          </a:prstGeom>
          <a:solidFill>
            <a:schemeClr val="accent3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27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5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1" name="TextBox 82">
            <a:extLst>
              <a:ext uri="{FF2B5EF4-FFF2-40B4-BE49-F238E27FC236}">
                <a16:creationId xmlns:a16="http://schemas.microsoft.com/office/drawing/2014/main" id="{54DA7FED-5F86-2BA0-3A8D-A4543B9F02CC}"/>
              </a:ext>
            </a:extLst>
          </p:cNvPr>
          <p:cNvSpPr txBox="1"/>
          <p:nvPr/>
        </p:nvSpPr>
        <p:spPr>
          <a:xfrm>
            <a:off x="1024295" y="6019226"/>
            <a:ext cx="853322" cy="215444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0" marR="0" lvl="0" indent="0" algn="l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erif CN" panose="02020400000000000000" pitchFamily="18" charset="-128"/>
                <a:ea typeface="Source Han Serif CN" panose="02020400000000000000" pitchFamily="18" charset="-128"/>
                <a:cs typeface="+mn-cs"/>
              </a:rPr>
              <a:t>一套收藏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Han Serif CN" panose="02020400000000000000" pitchFamily="18" charset="-128"/>
              <a:ea typeface="Source Han Serif CN" panose="02020400000000000000" pitchFamily="18" charset="-128"/>
              <a:cs typeface="+mn-cs"/>
            </a:endParaRPr>
          </a:p>
        </p:txBody>
      </p:sp>
      <p:sp>
        <p:nvSpPr>
          <p:cNvPr id="42" name="TextBox 94">
            <a:extLst>
              <a:ext uri="{FF2B5EF4-FFF2-40B4-BE49-F238E27FC236}">
                <a16:creationId xmlns:a16="http://schemas.microsoft.com/office/drawing/2014/main" id="{730A032E-D97A-A6E8-F266-350AB9438AD4}"/>
              </a:ext>
            </a:extLst>
          </p:cNvPr>
          <p:cNvSpPr txBox="1"/>
          <p:nvPr/>
        </p:nvSpPr>
        <p:spPr>
          <a:xfrm>
            <a:off x="2306818" y="5818825"/>
            <a:ext cx="1828800" cy="553998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0" marR="0" lvl="0" indent="0" algn="just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用的持久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：各种模板收一套，遇到困难好寻找，经典页面用五遍，项目上效率是王道</a:t>
            </a:r>
          </a:p>
        </p:txBody>
      </p:sp>
      <p:sp>
        <p:nvSpPr>
          <p:cNvPr id="43" name="TextBox 87">
            <a:extLst>
              <a:ext uri="{FF2B5EF4-FFF2-40B4-BE49-F238E27FC236}">
                <a16:creationId xmlns:a16="http://schemas.microsoft.com/office/drawing/2014/main" id="{A0A63C01-F82F-6B14-EDA8-C50C30A19E64}"/>
              </a:ext>
            </a:extLst>
          </p:cNvPr>
          <p:cNvSpPr txBox="1"/>
          <p:nvPr/>
        </p:nvSpPr>
        <p:spPr>
          <a:xfrm>
            <a:off x="4427351" y="2183957"/>
            <a:ext cx="1828800" cy="553998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0" marR="0" lvl="0" indent="0" algn="just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用肉眼对齐不用功能键，页面塞得过满四周没留空间，不用文本框修改耗时</a:t>
            </a:r>
          </a:p>
        </p:txBody>
      </p:sp>
      <p:sp>
        <p:nvSpPr>
          <p:cNvPr id="44" name="TextBox 88">
            <a:extLst>
              <a:ext uri="{FF2B5EF4-FFF2-40B4-BE49-F238E27FC236}">
                <a16:creationId xmlns:a16="http://schemas.microsoft.com/office/drawing/2014/main" id="{48799AFD-9E31-BD0C-95D1-1BE724F601CC}"/>
              </a:ext>
            </a:extLst>
          </p:cNvPr>
          <p:cNvSpPr txBox="1"/>
          <p:nvPr/>
        </p:nvSpPr>
        <p:spPr>
          <a:xfrm>
            <a:off x="4427351" y="3093685"/>
            <a:ext cx="1828800" cy="553998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0" marR="0" lvl="0" indent="0" algn="just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内容字数太少给客户感觉不充实，最后一行掉了几个字显得很突兀，影响整体视觉</a:t>
            </a:r>
          </a:p>
        </p:txBody>
      </p:sp>
      <p:sp>
        <p:nvSpPr>
          <p:cNvPr id="45" name="TextBox 100">
            <a:extLst>
              <a:ext uri="{FF2B5EF4-FFF2-40B4-BE49-F238E27FC236}">
                <a16:creationId xmlns:a16="http://schemas.microsoft.com/office/drawing/2014/main" id="{31E01D15-9A75-2937-D622-3C0B9E545D6B}"/>
              </a:ext>
            </a:extLst>
          </p:cNvPr>
          <p:cNvSpPr txBox="1"/>
          <p:nvPr/>
        </p:nvSpPr>
        <p:spPr>
          <a:xfrm>
            <a:off x="4427350" y="4002065"/>
            <a:ext cx="1828800" cy="553998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0" marR="0" lvl="0" indent="0" algn="just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因内容少而改用</a:t>
            </a: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14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号字体，内容部分有大小字体差异，页面多余三个色艺</a:t>
            </a:r>
          </a:p>
        </p:txBody>
      </p:sp>
      <p:sp>
        <p:nvSpPr>
          <p:cNvPr id="46" name="TextBox 101">
            <a:extLst>
              <a:ext uri="{FF2B5EF4-FFF2-40B4-BE49-F238E27FC236}">
                <a16:creationId xmlns:a16="http://schemas.microsoft.com/office/drawing/2014/main" id="{BC494029-8EC4-FE09-D038-4D4604CBCC3F}"/>
              </a:ext>
            </a:extLst>
          </p:cNvPr>
          <p:cNvSpPr txBox="1"/>
          <p:nvPr/>
        </p:nvSpPr>
        <p:spPr>
          <a:xfrm>
            <a:off x="4427350" y="4910445"/>
            <a:ext cx="1828800" cy="553998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0" marR="0" lvl="0" indent="0" algn="just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不愿意牢记功能热键，用鼠标每次还要工具栏查找，耗时耗力又伤眼</a:t>
            </a:r>
          </a:p>
        </p:txBody>
      </p:sp>
      <p:sp>
        <p:nvSpPr>
          <p:cNvPr id="47" name="TextBox 102">
            <a:extLst>
              <a:ext uri="{FF2B5EF4-FFF2-40B4-BE49-F238E27FC236}">
                <a16:creationId xmlns:a16="http://schemas.microsoft.com/office/drawing/2014/main" id="{5D71BCF9-CD8F-5391-EB2F-87EECC6E2659}"/>
              </a:ext>
            </a:extLst>
          </p:cNvPr>
          <p:cNvSpPr txBox="1"/>
          <p:nvPr/>
        </p:nvSpPr>
        <p:spPr>
          <a:xfrm>
            <a:off x="4427351" y="5818825"/>
            <a:ext cx="1828800" cy="553998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0" marR="0" lvl="0" indent="0" algn="just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做过的演示页没有合理的归类留档，对于常用经典模板每次还要重新画</a:t>
            </a:r>
          </a:p>
        </p:txBody>
      </p:sp>
      <p:sp>
        <p:nvSpPr>
          <p:cNvPr id="48" name="Rectangle 31">
            <a:extLst>
              <a:ext uri="{FF2B5EF4-FFF2-40B4-BE49-F238E27FC236}">
                <a16:creationId xmlns:a16="http://schemas.microsoft.com/office/drawing/2014/main" id="{8E5FDD34-059D-4890-CE85-2D1AA5D5ECD8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6395387" y="2430753"/>
            <a:ext cx="2212640" cy="358526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</a:ln>
          <a:effectLst/>
        </p:spPr>
        <p:txBody>
          <a:bodyPr vert="horz" wrap="square" lIns="76200" tIns="76200" rIns="76200" bIns="76200" numCol="1" anchor="t" anchorCtr="0" compatLnSpc="1">
            <a:no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1270" marR="0" lvl="1" indent="0" algn="just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25000"/>
              <a:buFont typeface="Arial" panose="020B0604020202020204" pitchFamily="34" charset="0"/>
              <a:buNone/>
              <a:tabLst/>
              <a:defRPr/>
            </a:pP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just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TextBox 36">
            <a:extLst>
              <a:ext uri="{FF2B5EF4-FFF2-40B4-BE49-F238E27FC236}">
                <a16:creationId xmlns:a16="http://schemas.microsoft.com/office/drawing/2014/main" id="{599FA18D-BF74-8816-EF9E-0D542824B0DE}"/>
              </a:ext>
            </a:extLst>
          </p:cNvPr>
          <p:cNvSpPr txBox="1"/>
          <p:nvPr/>
        </p:nvSpPr>
        <p:spPr>
          <a:xfrm>
            <a:off x="6578587" y="2681126"/>
            <a:ext cx="1885632" cy="553998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0" marR="0" lvl="0" indent="0" algn="just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Tx/>
              <a:buFontTx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erif CN" panose="02020400000000000000" pitchFamily="18" charset="-128"/>
                <a:ea typeface="Source Han Serif CN" panose="02020400000000000000" pitchFamily="18" charset="-128"/>
                <a:cs typeface="+mn-cs"/>
              </a:rPr>
              <a:t>对于新人，除了牢记五个一的“术”，更需要理解三个“道”</a:t>
            </a:r>
            <a:endParaRPr kumimoji="0" lang="en-US" altLang="zh-CN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Han Serif CN" panose="02020400000000000000" pitchFamily="18" charset="-128"/>
              <a:ea typeface="Source Han Serif CN" panose="02020400000000000000" pitchFamily="18" charset="-128"/>
              <a:cs typeface="+mn-cs"/>
            </a:endParaRPr>
          </a:p>
        </p:txBody>
      </p:sp>
      <p:sp>
        <p:nvSpPr>
          <p:cNvPr id="50" name="TextBox 39">
            <a:extLst>
              <a:ext uri="{FF2B5EF4-FFF2-40B4-BE49-F238E27FC236}">
                <a16:creationId xmlns:a16="http://schemas.microsoft.com/office/drawing/2014/main" id="{548651A6-2BEF-37A3-1A36-B2E00D8250BC}"/>
              </a:ext>
            </a:extLst>
          </p:cNvPr>
          <p:cNvSpPr txBox="1"/>
          <p:nvPr/>
        </p:nvSpPr>
        <p:spPr>
          <a:xfrm>
            <a:off x="6573226" y="3384105"/>
            <a:ext cx="1896355" cy="553998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1270" marR="0" lvl="1" indent="0" algn="just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erif CN" panose="02020400000000000000" pitchFamily="18" charset="-128"/>
                <a:ea typeface="Source Han Serif CN" panose="02020400000000000000" pitchFamily="18" charset="-128"/>
                <a:cs typeface="+mn-cs"/>
              </a:rPr>
              <a:t>白纸一张：忘掉过往工作中对画演示页的习惯，从零开始学习，新技能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erif CN" panose="02020400000000000000" pitchFamily="18" charset="-128"/>
                <a:ea typeface="Source Han Serif CN" panose="02020400000000000000" pitchFamily="18" charset="-128"/>
                <a:cs typeface="+mn-cs"/>
              </a:rPr>
              <a:t>GET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Han Serif CN" panose="02020400000000000000" pitchFamily="18" charset="-128"/>
              <a:ea typeface="Source Han Serif CN" panose="02020400000000000000" pitchFamily="18" charset="-128"/>
              <a:cs typeface="+mn-cs"/>
            </a:endParaRPr>
          </a:p>
        </p:txBody>
      </p:sp>
      <p:sp>
        <p:nvSpPr>
          <p:cNvPr id="51" name="TextBox 108">
            <a:extLst>
              <a:ext uri="{FF2B5EF4-FFF2-40B4-BE49-F238E27FC236}">
                <a16:creationId xmlns:a16="http://schemas.microsoft.com/office/drawing/2014/main" id="{D8BAF8D2-6285-F556-7723-0ADA44322EAC}"/>
              </a:ext>
            </a:extLst>
          </p:cNvPr>
          <p:cNvSpPr txBox="1"/>
          <p:nvPr/>
        </p:nvSpPr>
        <p:spPr>
          <a:xfrm>
            <a:off x="6573226" y="4087084"/>
            <a:ext cx="1896355" cy="923330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1270" marR="0" lvl="1" indent="0" algn="just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erif CN" panose="02020400000000000000" pitchFamily="18" charset="-128"/>
                <a:ea typeface="Source Han Serif CN" panose="02020400000000000000" pitchFamily="18" charset="-128"/>
                <a:cs typeface="+mn-cs"/>
              </a:rPr>
              <a:t>内容关注：画好演示页只是基本要求，高效的</a:t>
            </a:r>
            <a:r>
              <a:rPr kumimoji="0" lang="en-US" altLang="zh-CN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erif CN" panose="02020400000000000000" pitchFamily="18" charset="-128"/>
                <a:ea typeface="Source Han Serif CN" panose="02020400000000000000" pitchFamily="18" charset="-128"/>
                <a:cs typeface="+mn-cs"/>
              </a:rPr>
              <a:t>Charting</a:t>
            </a: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erif CN" panose="02020400000000000000" pitchFamily="18" charset="-128"/>
                <a:ea typeface="Source Han Serif CN" panose="02020400000000000000" pitchFamily="18" charset="-128"/>
                <a:cs typeface="+mn-cs"/>
              </a:rPr>
              <a:t>可以让我们有更多精力关注给客户传达的内容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Han Serif CN" panose="02020400000000000000" pitchFamily="18" charset="-128"/>
              <a:ea typeface="Source Han Serif CN" panose="02020400000000000000" pitchFamily="18" charset="-128"/>
              <a:cs typeface="+mn-cs"/>
            </a:endParaRPr>
          </a:p>
        </p:txBody>
      </p:sp>
      <p:sp>
        <p:nvSpPr>
          <p:cNvPr id="52" name="TextBox 109">
            <a:extLst>
              <a:ext uri="{FF2B5EF4-FFF2-40B4-BE49-F238E27FC236}">
                <a16:creationId xmlns:a16="http://schemas.microsoft.com/office/drawing/2014/main" id="{746D6AFF-ED60-7B01-2093-BE4FF57BB57C}"/>
              </a:ext>
            </a:extLst>
          </p:cNvPr>
          <p:cNvSpPr txBox="1"/>
          <p:nvPr/>
        </p:nvSpPr>
        <p:spPr>
          <a:xfrm>
            <a:off x="6573226" y="5146178"/>
            <a:ext cx="1896355" cy="738664"/>
          </a:xfrm>
          <a:prstGeom prst="rect">
            <a:avLst/>
          </a:prstGeom>
          <a:noFill/>
          <a:ln w="9525">
            <a:noFill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spAutoFit/>
          </a:bodyPr>
          <a:lstStyle>
            <a:lvl1pPr marL="0" lvl="0" indent="0" defTabSz="895350" eaLnBrk="1" hangingPunct="1">
              <a:buClr>
                <a:schemeClr val="tx2"/>
              </a:buClr>
              <a:defRPr baseline="0">
                <a:latin typeface="+mn-lt"/>
              </a:defRPr>
            </a:lvl1pPr>
            <a:lvl2pPr marL="193675" lvl="1" indent="-192405" defTabSz="895350" eaLnBrk="1" hangingPunct="1">
              <a:buClr>
                <a:schemeClr val="tx2"/>
              </a:buClr>
              <a:buSzPct val="125000"/>
              <a:buFont typeface="Arial" panose="020B0604020202020204" pitchFamily="34" charset="0"/>
              <a:buChar char="▪"/>
              <a:defRPr baseline="0">
                <a:latin typeface="+mn-lt"/>
              </a:defRPr>
            </a:lvl2pPr>
            <a:lvl3pPr marL="457200" lvl="2" indent="-26225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–"/>
              <a:defRPr baseline="0">
                <a:latin typeface="+mn-lt"/>
              </a:defRPr>
            </a:lvl3pPr>
            <a:lvl4pPr marL="614680" lvl="3" indent="-155575" defTabSz="895350" eaLnBrk="1" hangingPunct="1">
              <a:buClr>
                <a:schemeClr val="tx2"/>
              </a:buClr>
              <a:buSzPct val="120000"/>
              <a:buFont typeface="Arial" panose="020B0604020202020204" pitchFamily="34" charset="0"/>
              <a:buChar char="▫"/>
              <a:defRPr baseline="0">
                <a:latin typeface="+mn-lt"/>
              </a:defRPr>
            </a:lvl4pPr>
            <a:lvl5pPr marL="749935" lvl="4" indent="-130175" defTabSz="895350" eaLnBrk="1" hangingPunct="1"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 baseline="0">
                <a:latin typeface="+mn-lt"/>
              </a:defRPr>
            </a:lvl5pPr>
            <a:lvl6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6pPr>
            <a:lvl7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7pPr>
            <a:lvl8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8pPr>
            <a:lvl9pPr marL="74993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20204" pitchFamily="34" charset="0"/>
              <a:buChar char="-"/>
              <a:defRPr>
                <a:latin typeface="+mn-lt"/>
              </a:defRPr>
            </a:lvl9pPr>
          </a:lstStyle>
          <a:p>
            <a:pPr marL="1270" marR="0" lvl="1" indent="0" algn="just" defTabSz="89535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ct val="125000"/>
              <a:buFont typeface="Arial" panose="020B0604020202020204" pitchFamily="34" charset="0"/>
              <a:buNone/>
              <a:tabLst/>
              <a:defRPr/>
            </a:pPr>
            <a:r>
              <a:rPr kumimoji="0" lang="zh-CN" alt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Han Serif CN" panose="02020400000000000000" pitchFamily="18" charset="-128"/>
                <a:ea typeface="Source Han Serif CN" panose="02020400000000000000" pitchFamily="18" charset="-128"/>
                <a:cs typeface="+mn-cs"/>
              </a:rPr>
              <a:t>百页练习：熟能生巧，勤于练习，多看好的演示页，画到一百页刚入门，画过一千页才能出山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ource Han Serif CN" panose="02020400000000000000" pitchFamily="18" charset="-128"/>
              <a:ea typeface="Source Han Serif CN" panose="02020400000000000000" pitchFamily="18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828462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图片 8">
            <a:extLst>
              <a:ext uri="{FF2B5EF4-FFF2-40B4-BE49-F238E27FC236}">
                <a16:creationId xmlns:a16="http://schemas.microsoft.com/office/drawing/2014/main" id="{54D5300B-D2C3-4159-0AA6-6DD07675C2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6054" y="1597218"/>
            <a:ext cx="8308846" cy="46737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443368"/>
            <a:ext cx="8311896" cy="731520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示例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3D4683F-134E-0F7F-AAF0-9C5716795304}"/>
              </a:ext>
            </a:extLst>
          </p:cNvPr>
          <p:cNvSpPr/>
          <p:nvPr/>
        </p:nvSpPr>
        <p:spPr>
          <a:xfrm>
            <a:off x="416054" y="1706563"/>
            <a:ext cx="3509010" cy="4503737"/>
          </a:xfrm>
          <a:prstGeom prst="rect">
            <a:avLst/>
          </a:prstGeom>
          <a:noFill/>
          <a:ln w="19050" cap="sq">
            <a:solidFill>
              <a:srgbClr val="C0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5932DCB-9E3A-24C6-1B87-FF74326A41EA}"/>
              </a:ext>
            </a:extLst>
          </p:cNvPr>
          <p:cNvSpPr/>
          <p:nvPr/>
        </p:nvSpPr>
        <p:spPr>
          <a:xfrm>
            <a:off x="4114294" y="1706563"/>
            <a:ext cx="4450586" cy="4503737"/>
          </a:xfrm>
          <a:prstGeom prst="rect">
            <a:avLst/>
          </a:prstGeom>
          <a:noFill/>
          <a:ln w="19050" cap="sq">
            <a:solidFill>
              <a:srgbClr val="C0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C08527E-2E81-95ED-7E19-ECD6D0A336CE}"/>
              </a:ext>
            </a:extLst>
          </p:cNvPr>
          <p:cNvSpPr txBox="1"/>
          <p:nvPr/>
        </p:nvSpPr>
        <p:spPr>
          <a:xfrm>
            <a:off x="3137917" y="1284233"/>
            <a:ext cx="2865120" cy="33737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b="1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红框所示，左右图文结构布局</a:t>
            </a:r>
          </a:p>
        </p:txBody>
      </p:sp>
    </p:spTree>
    <p:extLst>
      <p:ext uri="{BB962C8B-B14F-4D97-AF65-F5344CB8AC3E}">
        <p14:creationId xmlns:p14="http://schemas.microsoft.com/office/powerpoint/2010/main" val="5764166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443368"/>
            <a:ext cx="8311896" cy="731520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示例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C08527E-2E81-95ED-7E19-ECD6D0A336CE}"/>
              </a:ext>
            </a:extLst>
          </p:cNvPr>
          <p:cNvSpPr txBox="1"/>
          <p:nvPr/>
        </p:nvSpPr>
        <p:spPr>
          <a:xfrm>
            <a:off x="3137917" y="1284233"/>
            <a:ext cx="2865120" cy="33737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b="1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表格结构布局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B82756FC-AD3A-F6B4-A976-71824897F6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4865" y="1621611"/>
            <a:ext cx="8494269" cy="4778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867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443368"/>
            <a:ext cx="8311896" cy="731520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示例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C08527E-2E81-95ED-7E19-ECD6D0A336CE}"/>
              </a:ext>
            </a:extLst>
          </p:cNvPr>
          <p:cNvSpPr txBox="1"/>
          <p:nvPr/>
        </p:nvSpPr>
        <p:spPr>
          <a:xfrm>
            <a:off x="3137917" y="1284233"/>
            <a:ext cx="2865120" cy="33737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b="1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左右布局，图表结构布局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9C80820-DE14-261E-A1EF-0F9EFAA33BC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420" y="1621611"/>
            <a:ext cx="8412480" cy="4732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8760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443368"/>
            <a:ext cx="8311896" cy="731520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示例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8C08527E-2E81-95ED-7E19-ECD6D0A336CE}"/>
              </a:ext>
            </a:extLst>
          </p:cNvPr>
          <p:cNvSpPr txBox="1"/>
          <p:nvPr/>
        </p:nvSpPr>
        <p:spPr>
          <a:xfrm>
            <a:off x="3137917" y="1284233"/>
            <a:ext cx="2865120" cy="33737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b="1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表格结构布局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A080BD9-A033-DE38-A022-73D4AE585B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2750" y="1706563"/>
            <a:ext cx="8312150" cy="4675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0423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2028334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3" imgW="7772400" imgH="10058400" progId="TCLayout.ActiveDocument.1">
                  <p:embed/>
                </p:oleObj>
              </mc:Choice>
              <mc:Fallback>
                <p:oleObj name="think-cell 幻灯片" r:id="rId3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720090"/>
            <a:ext cx="1869946" cy="454798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定量图表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93613C-B6FB-0B30-ADFE-097FE66D4DC5}"/>
              </a:ext>
            </a:extLst>
          </p:cNvPr>
          <p:cNvSpPr txBox="1"/>
          <p:nvPr/>
        </p:nvSpPr>
        <p:spPr>
          <a:xfrm>
            <a:off x="412750" y="1232038"/>
            <a:ext cx="3264406" cy="31101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定量图表显示了数据点之间的关系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>
              <a:latin typeface="Source Han Serif CN Medium" panose="02020400000000000000" pitchFamily="18" charset="-128"/>
              <a:ea typeface="Source Han Serif CN Medium" panose="02020400000000000000" pitchFamily="18" charset="-128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6DDE8C86-29D1-F950-600C-316F3C66B9C0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4137808" y="1829545"/>
            <a:ext cx="4590141" cy="832457"/>
          </a:xfrm>
          <a:prstGeom prst="rect">
            <a:avLst/>
          </a:prstGeom>
          <a:solidFill>
            <a:srgbClr val="EAEAEA">
              <a:alpha val="42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0C465789-E9BB-9C31-9CB4-50D6D81BA420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4137808" y="2751384"/>
            <a:ext cx="4590141" cy="832457"/>
          </a:xfrm>
          <a:prstGeom prst="rect">
            <a:avLst/>
          </a:prstGeom>
          <a:solidFill>
            <a:srgbClr val="EAEAEA">
              <a:alpha val="42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" name="Rectangle 5">
            <a:extLst>
              <a:ext uri="{FF2B5EF4-FFF2-40B4-BE49-F238E27FC236}">
                <a16:creationId xmlns:a16="http://schemas.microsoft.com/office/drawing/2014/main" id="{5CE5AA8D-94CC-53B8-271A-CA8375FB690C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4137808" y="3658548"/>
            <a:ext cx="4590141" cy="832457"/>
          </a:xfrm>
          <a:prstGeom prst="rect">
            <a:avLst/>
          </a:prstGeom>
          <a:solidFill>
            <a:srgbClr val="EAEAEA">
              <a:alpha val="42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B65443A8-72DB-11DB-CF40-301F00844D06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4137808" y="4592394"/>
            <a:ext cx="4590141" cy="832457"/>
          </a:xfrm>
          <a:prstGeom prst="rect">
            <a:avLst/>
          </a:prstGeom>
          <a:solidFill>
            <a:srgbClr val="EAEAEA">
              <a:alpha val="42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1A9A3DAC-51E2-70D2-0408-F7250CB7C247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4137808" y="5492888"/>
            <a:ext cx="4590141" cy="832457"/>
          </a:xfrm>
          <a:prstGeom prst="rect">
            <a:avLst/>
          </a:prstGeom>
          <a:solidFill>
            <a:srgbClr val="EAEAEA">
              <a:alpha val="42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Rectangle 8">
            <a:extLst>
              <a:ext uri="{FF2B5EF4-FFF2-40B4-BE49-F238E27FC236}">
                <a16:creationId xmlns:a16="http://schemas.microsoft.com/office/drawing/2014/main" id="{B7D1CA64-A59E-B975-2275-88FBCC5990BD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1695405" y="1832213"/>
            <a:ext cx="3454030" cy="832457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Rectangle 9">
            <a:extLst>
              <a:ext uri="{FF2B5EF4-FFF2-40B4-BE49-F238E27FC236}">
                <a16:creationId xmlns:a16="http://schemas.microsoft.com/office/drawing/2014/main" id="{CFA36B77-995E-CD9A-FE5D-708B5749F328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1695405" y="2750050"/>
            <a:ext cx="3454030" cy="832457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02E924BB-D0D8-ED0B-90F0-C612E98BBF6A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1695405" y="3658548"/>
            <a:ext cx="3454030" cy="832457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5C402F16-7B5B-F234-FBC2-38C5E67576D0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1695405" y="4592394"/>
            <a:ext cx="3454030" cy="832457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9EBD0174-8968-4C52-99CE-261C2DE25199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1695405" y="5492888"/>
            <a:ext cx="3454030" cy="832457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Rectangle 13">
            <a:extLst>
              <a:ext uri="{FF2B5EF4-FFF2-40B4-BE49-F238E27FC236}">
                <a16:creationId xmlns:a16="http://schemas.microsoft.com/office/drawing/2014/main" id="{B4F1F1C8-3E7A-066B-EE42-5F6DBB30E933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gray">
          <a:xfrm>
            <a:off x="412750" y="1832213"/>
            <a:ext cx="1391382" cy="832457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14">
            <a:extLst>
              <a:ext uri="{FF2B5EF4-FFF2-40B4-BE49-F238E27FC236}">
                <a16:creationId xmlns:a16="http://schemas.microsoft.com/office/drawing/2014/main" id="{466CBD42-0427-8BA5-D36D-E7D6D60BA73C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gray">
          <a:xfrm>
            <a:off x="412750" y="2750050"/>
            <a:ext cx="1391382" cy="832457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82B05DDE-3939-899E-D45E-84EC57567A48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gray">
          <a:xfrm>
            <a:off x="412750" y="3658548"/>
            <a:ext cx="1391382" cy="832457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D0513C36-55CB-5AD4-B8F6-CDB1E816AC54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gray">
          <a:xfrm>
            <a:off x="412750" y="4592394"/>
            <a:ext cx="1391382" cy="832457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17">
            <a:extLst>
              <a:ext uri="{FF2B5EF4-FFF2-40B4-BE49-F238E27FC236}">
                <a16:creationId xmlns:a16="http://schemas.microsoft.com/office/drawing/2014/main" id="{D365C106-F6EF-B168-1A6D-6EF190C5AF01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gray">
          <a:xfrm>
            <a:off x="412750" y="5492888"/>
            <a:ext cx="1391382" cy="832457"/>
          </a:xfrm>
          <a:prstGeom prst="rect">
            <a:avLst/>
          </a:prstGeom>
          <a:solidFill>
            <a:schemeClr val="bg2"/>
          </a:solidFill>
          <a:ln w="19050">
            <a:solidFill>
              <a:schemeClr val="accent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4" name="Rectangle 19">
            <a:extLst>
              <a:ext uri="{FF2B5EF4-FFF2-40B4-BE49-F238E27FC236}">
                <a16:creationId xmlns:a16="http://schemas.microsoft.com/office/drawing/2014/main" id="{091D7DA9-5487-CC4F-A76F-291211B0D305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gray">
          <a:xfrm>
            <a:off x="674324" y="3035849"/>
            <a:ext cx="1161323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zh-CN" altLang="en-US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项目比较</a:t>
            </a:r>
          </a:p>
        </p:txBody>
      </p:sp>
      <p:sp>
        <p:nvSpPr>
          <p:cNvPr id="25" name="Rectangle 20">
            <a:extLst>
              <a:ext uri="{FF2B5EF4-FFF2-40B4-BE49-F238E27FC236}">
                <a16:creationId xmlns:a16="http://schemas.microsoft.com/office/drawing/2014/main" id="{CA0D64E9-112D-EADD-0F3F-8C21D8C5CA0E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gray">
          <a:xfrm>
            <a:off x="694970" y="3952779"/>
            <a:ext cx="82073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zh-CN" altLang="en-US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时间序列</a:t>
            </a:r>
          </a:p>
        </p:txBody>
      </p:sp>
      <p:sp>
        <p:nvSpPr>
          <p:cNvPr id="26" name="Rectangle 21">
            <a:extLst>
              <a:ext uri="{FF2B5EF4-FFF2-40B4-BE49-F238E27FC236}">
                <a16:creationId xmlns:a16="http://schemas.microsoft.com/office/drawing/2014/main" id="{AC3934E8-764A-2F90-97E8-6AB2DF2E6D31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gray">
          <a:xfrm>
            <a:off x="692897" y="5780669"/>
            <a:ext cx="820738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zh-CN" altLang="en-US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相关系数</a:t>
            </a:r>
          </a:p>
        </p:txBody>
      </p:sp>
      <p:sp>
        <p:nvSpPr>
          <p:cNvPr id="27" name="Rectangle 22">
            <a:extLst>
              <a:ext uri="{FF2B5EF4-FFF2-40B4-BE49-F238E27FC236}">
                <a16:creationId xmlns:a16="http://schemas.microsoft.com/office/drawing/2014/main" id="{F6BF0B9C-4E79-3C03-0361-7CE19E6E5E2E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gray">
          <a:xfrm>
            <a:off x="693232" y="4878174"/>
            <a:ext cx="1169202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zh-CN" altLang="en-US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频率分布</a:t>
            </a:r>
          </a:p>
        </p:txBody>
      </p:sp>
      <p:sp>
        <p:nvSpPr>
          <p:cNvPr id="28" name="Rectangle 23">
            <a:extLst>
              <a:ext uri="{FF2B5EF4-FFF2-40B4-BE49-F238E27FC236}">
                <a16:creationId xmlns:a16="http://schemas.microsoft.com/office/drawing/2014/main" id="{23DD26C5-F0DF-3D36-692F-6AE06BF8512D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gray">
          <a:xfrm>
            <a:off x="674324" y="2118012"/>
            <a:ext cx="1199141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zh-CN" altLang="en-US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组件比较</a:t>
            </a:r>
            <a:endParaRPr lang="en-US" altLang="en-US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29" name="Rectangle 25">
            <a:extLst>
              <a:ext uri="{FF2B5EF4-FFF2-40B4-BE49-F238E27FC236}">
                <a16:creationId xmlns:a16="http://schemas.microsoft.com/office/drawing/2014/main" id="{C395C1A2-6405-5F2C-FAF8-576559A294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48325" y="5571598"/>
            <a:ext cx="304119" cy="74708"/>
          </a:xfrm>
          <a:prstGeom prst="rect">
            <a:avLst/>
          </a:prstGeom>
          <a:solidFill>
            <a:schemeClr val="hlink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30" name="Rectangle 26">
            <a:extLst>
              <a:ext uri="{FF2B5EF4-FFF2-40B4-BE49-F238E27FC236}">
                <a16:creationId xmlns:a16="http://schemas.microsoft.com/office/drawing/2014/main" id="{5146A21D-3962-FBEE-E1E7-FCA1EB725FB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48325" y="5680991"/>
            <a:ext cx="244241" cy="7337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31" name="Rectangle 27">
            <a:extLst>
              <a:ext uri="{FF2B5EF4-FFF2-40B4-BE49-F238E27FC236}">
                <a16:creationId xmlns:a16="http://schemas.microsoft.com/office/drawing/2014/main" id="{402BDE0D-47BE-8012-668C-1B1CF7850F2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48325" y="5790384"/>
            <a:ext cx="184362" cy="8004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28">
            <a:extLst>
              <a:ext uri="{FF2B5EF4-FFF2-40B4-BE49-F238E27FC236}">
                <a16:creationId xmlns:a16="http://schemas.microsoft.com/office/drawing/2014/main" id="{911C242D-0EEC-BCF5-4910-3E1540923DB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48325" y="5903780"/>
            <a:ext cx="124484" cy="76041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33" name="Rectangle 29">
            <a:extLst>
              <a:ext uri="{FF2B5EF4-FFF2-40B4-BE49-F238E27FC236}">
                <a16:creationId xmlns:a16="http://schemas.microsoft.com/office/drawing/2014/main" id="{04C5BBDC-B1EB-AD46-371C-ACFD170628C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48325" y="6013174"/>
            <a:ext cx="59878" cy="74708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34" name="Line 30">
            <a:extLst>
              <a:ext uri="{FF2B5EF4-FFF2-40B4-BE49-F238E27FC236}">
                <a16:creationId xmlns:a16="http://schemas.microsoft.com/office/drawing/2014/main" id="{78FC7BC6-6918-0F21-28EA-3E9550712CCB}"/>
              </a:ext>
            </a:extLst>
          </p:cNvPr>
          <p:cNvSpPr>
            <a:spLocks noChangeShapeType="1"/>
          </p:cNvSpPr>
          <p:nvPr/>
        </p:nvSpPr>
        <p:spPr bwMode="gray">
          <a:xfrm>
            <a:off x="7248325" y="5558257"/>
            <a:ext cx="0" cy="549635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5" name="Rectangle 31">
            <a:extLst>
              <a:ext uri="{FF2B5EF4-FFF2-40B4-BE49-F238E27FC236}">
                <a16:creationId xmlns:a16="http://schemas.microsoft.com/office/drawing/2014/main" id="{0A57911B-385A-E0C2-10EF-7D365E90DCD3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6898510" y="5571598"/>
            <a:ext cx="304119" cy="74708"/>
          </a:xfrm>
          <a:prstGeom prst="rect">
            <a:avLst/>
          </a:prstGeom>
          <a:solidFill>
            <a:schemeClr val="hlink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36" name="Rectangle 32">
            <a:extLst>
              <a:ext uri="{FF2B5EF4-FFF2-40B4-BE49-F238E27FC236}">
                <a16:creationId xmlns:a16="http://schemas.microsoft.com/office/drawing/2014/main" id="{8B7E5825-25E9-E766-6E7D-E23290156D77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6958389" y="5680991"/>
            <a:ext cx="244241" cy="7337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37" name="Rectangle 33">
            <a:extLst>
              <a:ext uri="{FF2B5EF4-FFF2-40B4-BE49-F238E27FC236}">
                <a16:creationId xmlns:a16="http://schemas.microsoft.com/office/drawing/2014/main" id="{5EED4566-5E55-8DC0-0157-2F47D0AEA598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7016692" y="5790384"/>
            <a:ext cx="185938" cy="80044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38" name="Rectangle 34">
            <a:extLst>
              <a:ext uri="{FF2B5EF4-FFF2-40B4-BE49-F238E27FC236}">
                <a16:creationId xmlns:a16="http://schemas.microsoft.com/office/drawing/2014/main" id="{1A51E25D-61DE-7CDD-9970-B81B7B1E02EF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7078145" y="5903780"/>
            <a:ext cx="124484" cy="76041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39" name="Rectangle 35">
            <a:extLst>
              <a:ext uri="{FF2B5EF4-FFF2-40B4-BE49-F238E27FC236}">
                <a16:creationId xmlns:a16="http://schemas.microsoft.com/office/drawing/2014/main" id="{13A745B7-3EAD-6D2F-DE1D-08745BFA17B9}"/>
              </a:ext>
            </a:extLst>
          </p:cNvPr>
          <p:cNvSpPr>
            <a:spLocks noChangeArrowheads="1"/>
          </p:cNvSpPr>
          <p:nvPr/>
        </p:nvSpPr>
        <p:spPr bwMode="gray">
          <a:xfrm flipH="1">
            <a:off x="7141175" y="6013174"/>
            <a:ext cx="61454" cy="74708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40" name="Line 36">
            <a:extLst>
              <a:ext uri="{FF2B5EF4-FFF2-40B4-BE49-F238E27FC236}">
                <a16:creationId xmlns:a16="http://schemas.microsoft.com/office/drawing/2014/main" id="{50829F8C-0D20-BC23-426C-1A6A9C7C1CF7}"/>
              </a:ext>
            </a:extLst>
          </p:cNvPr>
          <p:cNvSpPr>
            <a:spLocks noChangeShapeType="1"/>
          </p:cNvSpPr>
          <p:nvPr/>
        </p:nvSpPr>
        <p:spPr bwMode="gray">
          <a:xfrm flipH="1">
            <a:off x="7201053" y="5558257"/>
            <a:ext cx="1576" cy="549635"/>
          </a:xfrm>
          <a:prstGeom prst="line">
            <a:avLst/>
          </a:prstGeom>
          <a:noFill/>
          <a:ln w="11113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41" name="Group 37">
            <a:extLst>
              <a:ext uri="{FF2B5EF4-FFF2-40B4-BE49-F238E27FC236}">
                <a16:creationId xmlns:a16="http://schemas.microsoft.com/office/drawing/2014/main" id="{3202B81A-6AD0-591F-886C-C6D55280A9A7}"/>
              </a:ext>
            </a:extLst>
          </p:cNvPr>
          <p:cNvGrpSpPr/>
          <p:nvPr>
            <p:custDataLst>
              <p:tags r:id="rId22"/>
            </p:custDataLst>
          </p:nvPr>
        </p:nvGrpSpPr>
        <p:grpSpPr bwMode="auto">
          <a:xfrm>
            <a:off x="5535493" y="5558257"/>
            <a:ext cx="603509" cy="544299"/>
            <a:chOff x="1007" y="3021"/>
            <a:chExt cx="276" cy="294"/>
          </a:xfrm>
        </p:grpSpPr>
        <p:sp>
          <p:nvSpPr>
            <p:cNvPr id="42" name="Rectangle 38">
              <a:extLst>
                <a:ext uri="{FF2B5EF4-FFF2-40B4-BE49-F238E27FC236}">
                  <a16:creationId xmlns:a16="http://schemas.microsoft.com/office/drawing/2014/main" id="{5D5E9AC6-3009-754D-9FF4-490C9E45EE39}"/>
                </a:ext>
              </a:extLst>
            </p:cNvPr>
            <p:cNvSpPr>
              <a:spLocks noChangeArrowheads="1"/>
            </p:cNvSpPr>
            <p:nvPr/>
          </p:nvSpPr>
          <p:spPr bwMode="gray">
            <a:xfrm flipV="1">
              <a:off x="1007" y="3021"/>
              <a:ext cx="27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Rectangle 39">
              <a:extLst>
                <a:ext uri="{FF2B5EF4-FFF2-40B4-BE49-F238E27FC236}">
                  <a16:creationId xmlns:a16="http://schemas.microsoft.com/office/drawing/2014/main" id="{E020A780-9D03-138D-2D10-D89BB1B91173}"/>
                </a:ext>
              </a:extLst>
            </p:cNvPr>
            <p:cNvSpPr>
              <a:spLocks noChangeArrowheads="1"/>
            </p:cNvSpPr>
            <p:nvPr/>
          </p:nvSpPr>
          <p:spPr bwMode="gray">
            <a:xfrm flipV="1">
              <a:off x="1007" y="3021"/>
              <a:ext cx="276" cy="29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Line 40">
              <a:extLst>
                <a:ext uri="{FF2B5EF4-FFF2-40B4-BE49-F238E27FC236}">
                  <a16:creationId xmlns:a16="http://schemas.microsoft.com/office/drawing/2014/main" id="{E33600F7-3F00-B481-9E21-A8BF80B1287A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07" y="3032"/>
              <a:ext cx="0" cy="24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Oval 41">
              <a:extLst>
                <a:ext uri="{FF2B5EF4-FFF2-40B4-BE49-F238E27FC236}">
                  <a16:creationId xmlns:a16="http://schemas.microsoft.com/office/drawing/2014/main" id="{D26FFC69-7D32-F3B6-BEFF-2FD39593626E}"/>
                </a:ext>
              </a:extLst>
            </p:cNvPr>
            <p:cNvSpPr>
              <a:spLocks noChangeArrowheads="1"/>
            </p:cNvSpPr>
            <p:nvPr/>
          </p:nvSpPr>
          <p:spPr bwMode="gray">
            <a:xfrm flipV="1">
              <a:off x="1046" y="3094"/>
              <a:ext cx="25" cy="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Oval 42">
              <a:extLst>
                <a:ext uri="{FF2B5EF4-FFF2-40B4-BE49-F238E27FC236}">
                  <a16:creationId xmlns:a16="http://schemas.microsoft.com/office/drawing/2014/main" id="{E6E44357-A56C-F30A-74B4-140C7C2B9DCA}"/>
                </a:ext>
              </a:extLst>
            </p:cNvPr>
            <p:cNvSpPr>
              <a:spLocks noChangeArrowheads="1"/>
            </p:cNvSpPr>
            <p:nvPr/>
          </p:nvSpPr>
          <p:spPr bwMode="gray">
            <a:xfrm flipV="1">
              <a:off x="1118" y="3105"/>
              <a:ext cx="25" cy="2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Oval 43">
              <a:extLst>
                <a:ext uri="{FF2B5EF4-FFF2-40B4-BE49-F238E27FC236}">
                  <a16:creationId xmlns:a16="http://schemas.microsoft.com/office/drawing/2014/main" id="{346811D4-3AA6-E098-11D0-47254321A7C3}"/>
                </a:ext>
              </a:extLst>
            </p:cNvPr>
            <p:cNvSpPr>
              <a:spLocks noChangeArrowheads="1"/>
            </p:cNvSpPr>
            <p:nvPr/>
          </p:nvSpPr>
          <p:spPr bwMode="gray">
            <a:xfrm flipV="1">
              <a:off x="1172" y="3161"/>
              <a:ext cx="25" cy="2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Oval 44">
              <a:extLst>
                <a:ext uri="{FF2B5EF4-FFF2-40B4-BE49-F238E27FC236}">
                  <a16:creationId xmlns:a16="http://schemas.microsoft.com/office/drawing/2014/main" id="{E5624057-3B19-5660-FF2A-9A5A88B819BD}"/>
                </a:ext>
              </a:extLst>
            </p:cNvPr>
            <p:cNvSpPr>
              <a:spLocks noChangeArrowheads="1"/>
            </p:cNvSpPr>
            <p:nvPr/>
          </p:nvSpPr>
          <p:spPr bwMode="gray">
            <a:xfrm flipV="1">
              <a:off x="1201" y="3177"/>
              <a:ext cx="25" cy="2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Oval 45">
              <a:extLst>
                <a:ext uri="{FF2B5EF4-FFF2-40B4-BE49-F238E27FC236}">
                  <a16:creationId xmlns:a16="http://schemas.microsoft.com/office/drawing/2014/main" id="{2B674092-099B-8570-571E-8A776C419C96}"/>
                </a:ext>
              </a:extLst>
            </p:cNvPr>
            <p:cNvSpPr>
              <a:spLocks noChangeArrowheads="1"/>
            </p:cNvSpPr>
            <p:nvPr/>
          </p:nvSpPr>
          <p:spPr bwMode="gray">
            <a:xfrm flipV="1">
              <a:off x="1223" y="3202"/>
              <a:ext cx="24" cy="2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Oval 46">
              <a:extLst>
                <a:ext uri="{FF2B5EF4-FFF2-40B4-BE49-F238E27FC236}">
                  <a16:creationId xmlns:a16="http://schemas.microsoft.com/office/drawing/2014/main" id="{4B98CC3C-52AD-E234-52C4-736029FA87E3}"/>
                </a:ext>
              </a:extLst>
            </p:cNvPr>
            <p:cNvSpPr>
              <a:spLocks noChangeArrowheads="1"/>
            </p:cNvSpPr>
            <p:nvPr/>
          </p:nvSpPr>
          <p:spPr bwMode="gray">
            <a:xfrm flipV="1">
              <a:off x="1039" y="3105"/>
              <a:ext cx="25" cy="2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Oval 47">
              <a:extLst>
                <a:ext uri="{FF2B5EF4-FFF2-40B4-BE49-F238E27FC236}">
                  <a16:creationId xmlns:a16="http://schemas.microsoft.com/office/drawing/2014/main" id="{537E9FFD-5CF4-5311-2B6E-20958A9CBD9C}"/>
                </a:ext>
              </a:extLst>
            </p:cNvPr>
            <p:cNvSpPr>
              <a:spLocks noChangeArrowheads="1"/>
            </p:cNvSpPr>
            <p:nvPr/>
          </p:nvSpPr>
          <p:spPr bwMode="gray">
            <a:xfrm flipV="1">
              <a:off x="1075" y="3073"/>
              <a:ext cx="25" cy="2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Oval 48">
              <a:extLst>
                <a:ext uri="{FF2B5EF4-FFF2-40B4-BE49-F238E27FC236}">
                  <a16:creationId xmlns:a16="http://schemas.microsoft.com/office/drawing/2014/main" id="{F37BC375-ACE5-B1A7-5CA9-A5062D7678B7}"/>
                </a:ext>
              </a:extLst>
            </p:cNvPr>
            <p:cNvSpPr>
              <a:spLocks noChangeArrowheads="1"/>
            </p:cNvSpPr>
            <p:nvPr/>
          </p:nvSpPr>
          <p:spPr bwMode="gray">
            <a:xfrm flipV="1">
              <a:off x="1132" y="3087"/>
              <a:ext cx="26" cy="2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Oval 49">
              <a:extLst>
                <a:ext uri="{FF2B5EF4-FFF2-40B4-BE49-F238E27FC236}">
                  <a16:creationId xmlns:a16="http://schemas.microsoft.com/office/drawing/2014/main" id="{63CB532B-458D-A02E-2C3E-5E7AC9E4FFE6}"/>
                </a:ext>
              </a:extLst>
            </p:cNvPr>
            <p:cNvSpPr>
              <a:spLocks noChangeArrowheads="1"/>
            </p:cNvSpPr>
            <p:nvPr/>
          </p:nvSpPr>
          <p:spPr bwMode="gray">
            <a:xfrm flipV="1">
              <a:off x="1194" y="3080"/>
              <a:ext cx="25" cy="2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Oval 50">
              <a:extLst>
                <a:ext uri="{FF2B5EF4-FFF2-40B4-BE49-F238E27FC236}">
                  <a16:creationId xmlns:a16="http://schemas.microsoft.com/office/drawing/2014/main" id="{BA3633FD-EB7E-5493-8A81-FA2B07412812}"/>
                </a:ext>
              </a:extLst>
            </p:cNvPr>
            <p:cNvSpPr>
              <a:spLocks noChangeArrowheads="1"/>
            </p:cNvSpPr>
            <p:nvPr/>
          </p:nvSpPr>
          <p:spPr bwMode="gray">
            <a:xfrm flipV="1">
              <a:off x="1254" y="3143"/>
              <a:ext cx="25" cy="2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Line 51">
              <a:extLst>
                <a:ext uri="{FF2B5EF4-FFF2-40B4-BE49-F238E27FC236}">
                  <a16:creationId xmlns:a16="http://schemas.microsoft.com/office/drawing/2014/main" id="{A3D86F71-D9C4-4226-60B2-021055710FE0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1042" y="3089"/>
              <a:ext cx="236" cy="1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7" name="Rectangle 53">
            <a:extLst>
              <a:ext uri="{FF2B5EF4-FFF2-40B4-BE49-F238E27FC236}">
                <a16:creationId xmlns:a16="http://schemas.microsoft.com/office/drawing/2014/main" id="{0D52E1F9-924A-65C0-B3CF-043C940DF9E3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07965" y="5032635"/>
            <a:ext cx="89818" cy="13740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58" name="Rectangle 54">
            <a:extLst>
              <a:ext uri="{FF2B5EF4-FFF2-40B4-BE49-F238E27FC236}">
                <a16:creationId xmlns:a16="http://schemas.microsoft.com/office/drawing/2014/main" id="{E449733F-0C17-77A0-34DD-A15DB54793ED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38752" y="4901897"/>
            <a:ext cx="91393" cy="26814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59" name="Rectangle 55">
            <a:extLst>
              <a:ext uri="{FF2B5EF4-FFF2-40B4-BE49-F238E27FC236}">
                <a16:creationId xmlns:a16="http://schemas.microsoft.com/office/drawing/2014/main" id="{2A23E68F-B897-8592-E72A-6D3AAFB92534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69538" y="4765822"/>
            <a:ext cx="99272" cy="404222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60" name="Rectangle 56">
            <a:extLst>
              <a:ext uri="{FF2B5EF4-FFF2-40B4-BE49-F238E27FC236}">
                <a16:creationId xmlns:a16="http://schemas.microsoft.com/office/drawing/2014/main" id="{F98BDF17-4C5D-9B1E-332E-7386B9E7AA3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309780" y="4832526"/>
            <a:ext cx="89817" cy="337519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61" name="Rectangle 57">
            <a:extLst>
              <a:ext uri="{FF2B5EF4-FFF2-40B4-BE49-F238E27FC236}">
                <a16:creationId xmlns:a16="http://schemas.microsoft.com/office/drawing/2014/main" id="{7A909A53-C5CA-C899-0C09-53FD1371B482}"/>
              </a:ext>
            </a:extLst>
          </p:cNvPr>
          <p:cNvSpPr>
            <a:spLocks noChangeArrowheads="1"/>
          </p:cNvSpPr>
          <p:nvPr/>
        </p:nvSpPr>
        <p:spPr bwMode="gray">
          <a:xfrm>
            <a:off x="7440566" y="4969935"/>
            <a:ext cx="91393" cy="20011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62" name="Line 58">
            <a:extLst>
              <a:ext uri="{FF2B5EF4-FFF2-40B4-BE49-F238E27FC236}">
                <a16:creationId xmlns:a16="http://schemas.microsoft.com/office/drawing/2014/main" id="{FA3C04E7-2DB7-BA46-1E22-2ADC23101928}"/>
              </a:ext>
            </a:extLst>
          </p:cNvPr>
          <p:cNvSpPr>
            <a:spLocks noChangeShapeType="1"/>
          </p:cNvSpPr>
          <p:nvPr/>
        </p:nvSpPr>
        <p:spPr bwMode="gray">
          <a:xfrm>
            <a:off x="6893784" y="5170044"/>
            <a:ext cx="661812" cy="1334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63" name="Group 59">
            <a:extLst>
              <a:ext uri="{FF2B5EF4-FFF2-40B4-BE49-F238E27FC236}">
                <a16:creationId xmlns:a16="http://schemas.microsoft.com/office/drawing/2014/main" id="{47934C49-A37A-ED7C-0793-5AA15819EBE0}"/>
              </a:ext>
            </a:extLst>
          </p:cNvPr>
          <p:cNvGrpSpPr/>
          <p:nvPr>
            <p:custDataLst>
              <p:tags r:id="rId23"/>
            </p:custDataLst>
          </p:nvPr>
        </p:nvGrpSpPr>
        <p:grpSpPr bwMode="auto">
          <a:xfrm>
            <a:off x="5535493" y="4675106"/>
            <a:ext cx="571994" cy="496272"/>
            <a:chOff x="3253" y="2917"/>
            <a:chExt cx="446" cy="457"/>
          </a:xfrm>
        </p:grpSpPr>
        <p:sp>
          <p:nvSpPr>
            <p:cNvPr id="64" name="Rectangle 60">
              <a:extLst>
                <a:ext uri="{FF2B5EF4-FFF2-40B4-BE49-F238E27FC236}">
                  <a16:creationId xmlns:a16="http://schemas.microsoft.com/office/drawing/2014/main" id="{9F24F742-F546-5AAC-96D6-C455C11CD9B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53" y="2917"/>
              <a:ext cx="446" cy="45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Rectangle 61">
              <a:extLst>
                <a:ext uri="{FF2B5EF4-FFF2-40B4-BE49-F238E27FC236}">
                  <a16:creationId xmlns:a16="http://schemas.microsoft.com/office/drawing/2014/main" id="{4287629A-169C-9409-DE24-BCEAFBFB231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3253" y="2917"/>
              <a:ext cx="446" cy="456"/>
            </a:xfrm>
            <a:prstGeom prst="rect">
              <a:avLst/>
            </a:prstGeom>
            <a:noFill/>
            <a:ln w="4763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" name="Line 62">
              <a:extLst>
                <a:ext uri="{FF2B5EF4-FFF2-40B4-BE49-F238E27FC236}">
                  <a16:creationId xmlns:a16="http://schemas.microsoft.com/office/drawing/2014/main" id="{8A166893-05E7-4523-6F03-576D87B979B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253" y="2917"/>
              <a:ext cx="1" cy="456"/>
            </a:xfrm>
            <a:prstGeom prst="line">
              <a:avLst/>
            </a:prstGeom>
            <a:noFill/>
            <a:ln w="4763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63">
              <a:extLst>
                <a:ext uri="{FF2B5EF4-FFF2-40B4-BE49-F238E27FC236}">
                  <a16:creationId xmlns:a16="http://schemas.microsoft.com/office/drawing/2014/main" id="{207888D3-9343-48C9-6A77-147E799FD607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3253" y="3373"/>
              <a:ext cx="446" cy="1"/>
            </a:xfrm>
            <a:prstGeom prst="line">
              <a:avLst/>
            </a:prstGeom>
            <a:noFill/>
            <a:ln w="4763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" name="Freeform 64">
              <a:extLst>
                <a:ext uri="{FF2B5EF4-FFF2-40B4-BE49-F238E27FC236}">
                  <a16:creationId xmlns:a16="http://schemas.microsoft.com/office/drawing/2014/main" id="{E32437BD-872F-7FE3-43C3-BC4A08A4D776}"/>
                </a:ext>
              </a:extLst>
            </p:cNvPr>
            <p:cNvSpPr/>
            <p:nvPr/>
          </p:nvSpPr>
          <p:spPr bwMode="gray">
            <a:xfrm>
              <a:off x="3253" y="3260"/>
              <a:ext cx="64" cy="29"/>
            </a:xfrm>
            <a:custGeom>
              <a:avLst/>
              <a:gdLst>
                <a:gd name="T0" fmla="*/ 0 w 69"/>
                <a:gd name="T1" fmla="*/ 29 h 29"/>
                <a:gd name="T2" fmla="*/ 16 w 69"/>
                <a:gd name="T3" fmla="*/ 26 h 29"/>
                <a:gd name="T4" fmla="*/ 36 w 69"/>
                <a:gd name="T5" fmla="*/ 23 h 29"/>
                <a:gd name="T6" fmla="*/ 44 w 69"/>
                <a:gd name="T7" fmla="*/ 21 h 29"/>
                <a:gd name="T8" fmla="*/ 54 w 69"/>
                <a:gd name="T9" fmla="*/ 16 h 29"/>
                <a:gd name="T10" fmla="*/ 62 w 69"/>
                <a:gd name="T11" fmla="*/ 11 h 29"/>
                <a:gd name="T12" fmla="*/ 69 w 69"/>
                <a:gd name="T13" fmla="*/ 0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29">
                  <a:moveTo>
                    <a:pt x="0" y="29"/>
                  </a:moveTo>
                  <a:lnTo>
                    <a:pt x="16" y="26"/>
                  </a:lnTo>
                  <a:lnTo>
                    <a:pt x="36" y="23"/>
                  </a:lnTo>
                  <a:lnTo>
                    <a:pt x="44" y="21"/>
                  </a:lnTo>
                  <a:lnTo>
                    <a:pt x="54" y="16"/>
                  </a:lnTo>
                  <a:lnTo>
                    <a:pt x="62" y="11"/>
                  </a:lnTo>
                  <a:lnTo>
                    <a:pt x="69" y="0"/>
                  </a:lnTo>
                </a:path>
              </a:pathLst>
            </a:custGeom>
            <a:noFill/>
            <a:ln w="38100" cmpd="sng">
              <a:solidFill>
                <a:schemeClr val="accent2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Freeform 65">
              <a:extLst>
                <a:ext uri="{FF2B5EF4-FFF2-40B4-BE49-F238E27FC236}">
                  <a16:creationId xmlns:a16="http://schemas.microsoft.com/office/drawing/2014/main" id="{FCAE00A2-DD36-4B34-964E-5F692403DEFD}"/>
                </a:ext>
              </a:extLst>
            </p:cNvPr>
            <p:cNvSpPr/>
            <p:nvPr/>
          </p:nvSpPr>
          <p:spPr bwMode="gray">
            <a:xfrm>
              <a:off x="3317" y="3069"/>
              <a:ext cx="63" cy="191"/>
            </a:xfrm>
            <a:custGeom>
              <a:avLst/>
              <a:gdLst>
                <a:gd name="T0" fmla="*/ 0 w 67"/>
                <a:gd name="T1" fmla="*/ 192 h 192"/>
                <a:gd name="T2" fmla="*/ 8 w 67"/>
                <a:gd name="T3" fmla="*/ 174 h 192"/>
                <a:gd name="T4" fmla="*/ 18 w 67"/>
                <a:gd name="T5" fmla="*/ 154 h 192"/>
                <a:gd name="T6" fmla="*/ 26 w 67"/>
                <a:gd name="T7" fmla="*/ 128 h 192"/>
                <a:gd name="T8" fmla="*/ 34 w 67"/>
                <a:gd name="T9" fmla="*/ 100 h 192"/>
                <a:gd name="T10" fmla="*/ 41 w 67"/>
                <a:gd name="T11" fmla="*/ 72 h 192"/>
                <a:gd name="T12" fmla="*/ 49 w 67"/>
                <a:gd name="T13" fmla="*/ 46 h 192"/>
                <a:gd name="T14" fmla="*/ 59 w 67"/>
                <a:gd name="T15" fmla="*/ 20 h 192"/>
                <a:gd name="T16" fmla="*/ 67 w 67"/>
                <a:gd name="T17" fmla="*/ 0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7" h="192">
                  <a:moveTo>
                    <a:pt x="0" y="192"/>
                  </a:moveTo>
                  <a:lnTo>
                    <a:pt x="8" y="174"/>
                  </a:lnTo>
                  <a:lnTo>
                    <a:pt x="18" y="154"/>
                  </a:lnTo>
                  <a:lnTo>
                    <a:pt x="26" y="128"/>
                  </a:lnTo>
                  <a:lnTo>
                    <a:pt x="34" y="100"/>
                  </a:lnTo>
                  <a:lnTo>
                    <a:pt x="41" y="72"/>
                  </a:lnTo>
                  <a:lnTo>
                    <a:pt x="49" y="46"/>
                  </a:lnTo>
                  <a:lnTo>
                    <a:pt x="59" y="20"/>
                  </a:lnTo>
                  <a:lnTo>
                    <a:pt x="67" y="0"/>
                  </a:lnTo>
                </a:path>
              </a:pathLst>
            </a:custGeom>
            <a:noFill/>
            <a:ln w="38100" cmpd="sng">
              <a:solidFill>
                <a:schemeClr val="accent2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0" name="Freeform 66">
              <a:extLst>
                <a:ext uri="{FF2B5EF4-FFF2-40B4-BE49-F238E27FC236}">
                  <a16:creationId xmlns:a16="http://schemas.microsoft.com/office/drawing/2014/main" id="{E5605D91-4D5C-E018-772B-94325BDC3F00}"/>
                </a:ext>
              </a:extLst>
            </p:cNvPr>
            <p:cNvSpPr/>
            <p:nvPr/>
          </p:nvSpPr>
          <p:spPr bwMode="gray">
            <a:xfrm>
              <a:off x="3380" y="2973"/>
              <a:ext cx="64" cy="96"/>
            </a:xfrm>
            <a:custGeom>
              <a:avLst/>
              <a:gdLst>
                <a:gd name="T0" fmla="*/ 0 w 69"/>
                <a:gd name="T1" fmla="*/ 95 h 95"/>
                <a:gd name="T2" fmla="*/ 18 w 69"/>
                <a:gd name="T3" fmla="*/ 62 h 95"/>
                <a:gd name="T4" fmla="*/ 33 w 69"/>
                <a:gd name="T5" fmla="*/ 36 h 95"/>
                <a:gd name="T6" fmla="*/ 51 w 69"/>
                <a:gd name="T7" fmla="*/ 15 h 95"/>
                <a:gd name="T8" fmla="*/ 69 w 69"/>
                <a:gd name="T9" fmla="*/ 0 h 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9" h="95">
                  <a:moveTo>
                    <a:pt x="0" y="95"/>
                  </a:moveTo>
                  <a:lnTo>
                    <a:pt x="18" y="62"/>
                  </a:lnTo>
                  <a:lnTo>
                    <a:pt x="33" y="36"/>
                  </a:lnTo>
                  <a:lnTo>
                    <a:pt x="51" y="15"/>
                  </a:lnTo>
                  <a:lnTo>
                    <a:pt x="69" y="0"/>
                  </a:lnTo>
                </a:path>
              </a:pathLst>
            </a:custGeom>
            <a:noFill/>
            <a:ln w="38100" cmpd="sng">
              <a:solidFill>
                <a:schemeClr val="accent2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Freeform 67">
              <a:extLst>
                <a:ext uri="{FF2B5EF4-FFF2-40B4-BE49-F238E27FC236}">
                  <a16:creationId xmlns:a16="http://schemas.microsoft.com/office/drawing/2014/main" id="{250D5A9E-204C-D5DF-5A2E-9C6ED52AFC65}"/>
                </a:ext>
              </a:extLst>
            </p:cNvPr>
            <p:cNvSpPr/>
            <p:nvPr/>
          </p:nvSpPr>
          <p:spPr bwMode="gray">
            <a:xfrm>
              <a:off x="3444" y="2956"/>
              <a:ext cx="65" cy="17"/>
            </a:xfrm>
            <a:custGeom>
              <a:avLst/>
              <a:gdLst>
                <a:gd name="T0" fmla="*/ 0 w 69"/>
                <a:gd name="T1" fmla="*/ 18 h 18"/>
                <a:gd name="T2" fmla="*/ 18 w 69"/>
                <a:gd name="T3" fmla="*/ 8 h 18"/>
                <a:gd name="T4" fmla="*/ 33 w 69"/>
                <a:gd name="T5" fmla="*/ 0 h 18"/>
                <a:gd name="T6" fmla="*/ 51 w 69"/>
                <a:gd name="T7" fmla="*/ 0 h 18"/>
                <a:gd name="T8" fmla="*/ 61 w 69"/>
                <a:gd name="T9" fmla="*/ 3 h 18"/>
                <a:gd name="T10" fmla="*/ 69 w 69"/>
                <a:gd name="T11" fmla="*/ 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9" h="18">
                  <a:moveTo>
                    <a:pt x="0" y="18"/>
                  </a:moveTo>
                  <a:lnTo>
                    <a:pt x="18" y="8"/>
                  </a:lnTo>
                  <a:lnTo>
                    <a:pt x="33" y="0"/>
                  </a:lnTo>
                  <a:lnTo>
                    <a:pt x="51" y="0"/>
                  </a:lnTo>
                  <a:lnTo>
                    <a:pt x="61" y="3"/>
                  </a:lnTo>
                  <a:lnTo>
                    <a:pt x="69" y="8"/>
                  </a:lnTo>
                </a:path>
              </a:pathLst>
            </a:custGeom>
            <a:noFill/>
            <a:ln w="38100" cmpd="sng">
              <a:solidFill>
                <a:schemeClr val="accent2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2" name="Freeform 68">
              <a:extLst>
                <a:ext uri="{FF2B5EF4-FFF2-40B4-BE49-F238E27FC236}">
                  <a16:creationId xmlns:a16="http://schemas.microsoft.com/office/drawing/2014/main" id="{893A323E-8B5C-887D-6B94-8F10C369DF0F}"/>
                </a:ext>
              </a:extLst>
            </p:cNvPr>
            <p:cNvSpPr/>
            <p:nvPr/>
          </p:nvSpPr>
          <p:spPr bwMode="gray">
            <a:xfrm>
              <a:off x="3509" y="2963"/>
              <a:ext cx="65" cy="106"/>
            </a:xfrm>
            <a:custGeom>
              <a:avLst/>
              <a:gdLst>
                <a:gd name="T0" fmla="*/ 0 w 69"/>
                <a:gd name="T1" fmla="*/ 0 h 105"/>
                <a:gd name="T2" fmla="*/ 7 w 69"/>
                <a:gd name="T3" fmla="*/ 7 h 105"/>
                <a:gd name="T4" fmla="*/ 18 w 69"/>
                <a:gd name="T5" fmla="*/ 15 h 105"/>
                <a:gd name="T6" fmla="*/ 25 w 69"/>
                <a:gd name="T7" fmla="*/ 28 h 105"/>
                <a:gd name="T8" fmla="*/ 36 w 69"/>
                <a:gd name="T9" fmla="*/ 41 h 105"/>
                <a:gd name="T10" fmla="*/ 51 w 69"/>
                <a:gd name="T11" fmla="*/ 69 h 105"/>
                <a:gd name="T12" fmla="*/ 69 w 69"/>
                <a:gd name="T13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105">
                  <a:moveTo>
                    <a:pt x="0" y="0"/>
                  </a:moveTo>
                  <a:lnTo>
                    <a:pt x="7" y="7"/>
                  </a:lnTo>
                  <a:lnTo>
                    <a:pt x="18" y="15"/>
                  </a:lnTo>
                  <a:lnTo>
                    <a:pt x="25" y="28"/>
                  </a:lnTo>
                  <a:lnTo>
                    <a:pt x="36" y="41"/>
                  </a:lnTo>
                  <a:lnTo>
                    <a:pt x="51" y="69"/>
                  </a:lnTo>
                  <a:lnTo>
                    <a:pt x="69" y="105"/>
                  </a:lnTo>
                </a:path>
              </a:pathLst>
            </a:custGeom>
            <a:noFill/>
            <a:ln w="38100" cmpd="sng">
              <a:solidFill>
                <a:schemeClr val="accent2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Freeform 69">
              <a:extLst>
                <a:ext uri="{FF2B5EF4-FFF2-40B4-BE49-F238E27FC236}">
                  <a16:creationId xmlns:a16="http://schemas.microsoft.com/office/drawing/2014/main" id="{64D0A71B-B24B-E9A9-800E-5EE5040711A6}"/>
                </a:ext>
              </a:extLst>
            </p:cNvPr>
            <p:cNvSpPr/>
            <p:nvPr/>
          </p:nvSpPr>
          <p:spPr bwMode="gray">
            <a:xfrm>
              <a:off x="3574" y="3069"/>
              <a:ext cx="61" cy="191"/>
            </a:xfrm>
            <a:custGeom>
              <a:avLst/>
              <a:gdLst>
                <a:gd name="T0" fmla="*/ 0 w 66"/>
                <a:gd name="T1" fmla="*/ 0 h 192"/>
                <a:gd name="T2" fmla="*/ 7 w 66"/>
                <a:gd name="T3" fmla="*/ 20 h 192"/>
                <a:gd name="T4" fmla="*/ 18 w 66"/>
                <a:gd name="T5" fmla="*/ 46 h 192"/>
                <a:gd name="T6" fmla="*/ 25 w 66"/>
                <a:gd name="T7" fmla="*/ 72 h 192"/>
                <a:gd name="T8" fmla="*/ 33 w 66"/>
                <a:gd name="T9" fmla="*/ 100 h 192"/>
                <a:gd name="T10" fmla="*/ 41 w 66"/>
                <a:gd name="T11" fmla="*/ 128 h 192"/>
                <a:gd name="T12" fmla="*/ 48 w 66"/>
                <a:gd name="T13" fmla="*/ 154 h 192"/>
                <a:gd name="T14" fmla="*/ 59 w 66"/>
                <a:gd name="T15" fmla="*/ 174 h 192"/>
                <a:gd name="T16" fmla="*/ 66 w 66"/>
                <a:gd name="T17" fmla="*/ 192 h 1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66" h="192">
                  <a:moveTo>
                    <a:pt x="0" y="0"/>
                  </a:moveTo>
                  <a:lnTo>
                    <a:pt x="7" y="20"/>
                  </a:lnTo>
                  <a:lnTo>
                    <a:pt x="18" y="46"/>
                  </a:lnTo>
                  <a:lnTo>
                    <a:pt x="25" y="72"/>
                  </a:lnTo>
                  <a:lnTo>
                    <a:pt x="33" y="100"/>
                  </a:lnTo>
                  <a:lnTo>
                    <a:pt x="41" y="128"/>
                  </a:lnTo>
                  <a:lnTo>
                    <a:pt x="48" y="154"/>
                  </a:lnTo>
                  <a:lnTo>
                    <a:pt x="59" y="174"/>
                  </a:lnTo>
                  <a:lnTo>
                    <a:pt x="66" y="192"/>
                  </a:lnTo>
                </a:path>
              </a:pathLst>
            </a:custGeom>
            <a:noFill/>
            <a:ln w="38100" cmpd="sng">
              <a:solidFill>
                <a:schemeClr val="accent2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Freeform 70">
              <a:extLst>
                <a:ext uri="{FF2B5EF4-FFF2-40B4-BE49-F238E27FC236}">
                  <a16:creationId xmlns:a16="http://schemas.microsoft.com/office/drawing/2014/main" id="{65E083A3-BAE3-2B9B-A156-681C75E0184A}"/>
                </a:ext>
              </a:extLst>
            </p:cNvPr>
            <p:cNvSpPr/>
            <p:nvPr/>
          </p:nvSpPr>
          <p:spPr bwMode="gray">
            <a:xfrm>
              <a:off x="3635" y="3260"/>
              <a:ext cx="64" cy="29"/>
            </a:xfrm>
            <a:custGeom>
              <a:avLst/>
              <a:gdLst>
                <a:gd name="T0" fmla="*/ 0 w 69"/>
                <a:gd name="T1" fmla="*/ 0 h 29"/>
                <a:gd name="T2" fmla="*/ 8 w 69"/>
                <a:gd name="T3" fmla="*/ 11 h 29"/>
                <a:gd name="T4" fmla="*/ 16 w 69"/>
                <a:gd name="T5" fmla="*/ 16 h 29"/>
                <a:gd name="T6" fmla="*/ 26 w 69"/>
                <a:gd name="T7" fmla="*/ 21 h 29"/>
                <a:gd name="T8" fmla="*/ 33 w 69"/>
                <a:gd name="T9" fmla="*/ 23 h 29"/>
                <a:gd name="T10" fmla="*/ 54 w 69"/>
                <a:gd name="T11" fmla="*/ 26 h 29"/>
                <a:gd name="T12" fmla="*/ 69 w 69"/>
                <a:gd name="T13" fmla="*/ 29 h 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" h="29">
                  <a:moveTo>
                    <a:pt x="0" y="0"/>
                  </a:moveTo>
                  <a:lnTo>
                    <a:pt x="8" y="11"/>
                  </a:lnTo>
                  <a:lnTo>
                    <a:pt x="16" y="16"/>
                  </a:lnTo>
                  <a:lnTo>
                    <a:pt x="26" y="21"/>
                  </a:lnTo>
                  <a:lnTo>
                    <a:pt x="33" y="23"/>
                  </a:lnTo>
                  <a:lnTo>
                    <a:pt x="54" y="26"/>
                  </a:lnTo>
                  <a:lnTo>
                    <a:pt x="69" y="29"/>
                  </a:lnTo>
                </a:path>
              </a:pathLst>
            </a:custGeom>
            <a:noFill/>
            <a:ln w="38100" cmpd="sng">
              <a:solidFill>
                <a:schemeClr val="accent2"/>
              </a:solidFill>
              <a:prstDash val="solid"/>
              <a:rou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5" name="Freeform 72">
            <a:extLst>
              <a:ext uri="{FF2B5EF4-FFF2-40B4-BE49-F238E27FC236}">
                <a16:creationId xmlns:a16="http://schemas.microsoft.com/office/drawing/2014/main" id="{AE238A1E-463A-7B3C-7DBE-953B69853E1A}"/>
              </a:ext>
            </a:extLst>
          </p:cNvPr>
          <p:cNvSpPr/>
          <p:nvPr/>
        </p:nvSpPr>
        <p:spPr bwMode="gray">
          <a:xfrm>
            <a:off x="5833308" y="1893580"/>
            <a:ext cx="296240" cy="488268"/>
          </a:xfrm>
          <a:custGeom>
            <a:avLst/>
            <a:gdLst>
              <a:gd name="T0" fmla="*/ 13 w 43"/>
              <a:gd name="T1" fmla="*/ 84 h 84"/>
              <a:gd name="T2" fmla="*/ 43 w 43"/>
              <a:gd name="T3" fmla="*/ 43 h 84"/>
              <a:gd name="T4" fmla="*/ 0 w 43"/>
              <a:gd name="T5" fmla="*/ 1 h 84"/>
              <a:gd name="T6" fmla="*/ 0 w 43"/>
              <a:gd name="T7" fmla="*/ 1 h 84"/>
              <a:gd name="T8" fmla="*/ 0 w 43"/>
              <a:gd name="T9" fmla="*/ 43 h 84"/>
              <a:gd name="T10" fmla="*/ 13 w 43"/>
              <a:gd name="T11" fmla="*/ 84 h 8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" h="84">
                <a:moveTo>
                  <a:pt x="13" y="84"/>
                </a:moveTo>
                <a:cubicBezTo>
                  <a:pt x="30" y="78"/>
                  <a:pt x="43" y="62"/>
                  <a:pt x="43" y="43"/>
                </a:cubicBezTo>
                <a:cubicBezTo>
                  <a:pt x="43" y="20"/>
                  <a:pt x="23" y="1"/>
                  <a:pt x="0" y="1"/>
                </a:cubicBezTo>
                <a:cubicBezTo>
                  <a:pt x="0" y="0"/>
                  <a:pt x="0" y="1"/>
                  <a:pt x="0" y="1"/>
                </a:cubicBezTo>
                <a:lnTo>
                  <a:pt x="0" y="43"/>
                </a:lnTo>
                <a:lnTo>
                  <a:pt x="13" y="84"/>
                </a:lnTo>
                <a:close/>
              </a:path>
            </a:pathLst>
          </a:custGeom>
          <a:solidFill>
            <a:schemeClr val="hlink"/>
          </a:solidFill>
          <a:ln w="9525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6" name="Freeform 73">
            <a:extLst>
              <a:ext uri="{FF2B5EF4-FFF2-40B4-BE49-F238E27FC236}">
                <a16:creationId xmlns:a16="http://schemas.microsoft.com/office/drawing/2014/main" id="{33FB553D-FACD-39D6-EFDB-08B393397198}"/>
              </a:ext>
            </a:extLst>
          </p:cNvPr>
          <p:cNvSpPr/>
          <p:nvPr/>
        </p:nvSpPr>
        <p:spPr bwMode="gray">
          <a:xfrm>
            <a:off x="5590643" y="2144384"/>
            <a:ext cx="330906" cy="244134"/>
          </a:xfrm>
          <a:custGeom>
            <a:avLst/>
            <a:gdLst>
              <a:gd name="T0" fmla="*/ 0 w 48"/>
              <a:gd name="T1" fmla="*/ 25 h 42"/>
              <a:gd name="T2" fmla="*/ 35 w 48"/>
              <a:gd name="T3" fmla="*/ 42 h 42"/>
              <a:gd name="T4" fmla="*/ 48 w 48"/>
              <a:gd name="T5" fmla="*/ 41 h 42"/>
              <a:gd name="T6" fmla="*/ 35 w 48"/>
              <a:gd name="T7" fmla="*/ 0 h 42"/>
              <a:gd name="T8" fmla="*/ 0 w 48"/>
              <a:gd name="T9" fmla="*/ 25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" h="42">
                <a:moveTo>
                  <a:pt x="0" y="25"/>
                </a:moveTo>
                <a:cubicBezTo>
                  <a:pt x="8" y="36"/>
                  <a:pt x="21" y="42"/>
                  <a:pt x="35" y="42"/>
                </a:cubicBezTo>
                <a:cubicBezTo>
                  <a:pt x="39" y="42"/>
                  <a:pt x="44" y="42"/>
                  <a:pt x="48" y="41"/>
                </a:cubicBezTo>
                <a:lnTo>
                  <a:pt x="35" y="0"/>
                </a:lnTo>
                <a:lnTo>
                  <a:pt x="0" y="25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7" name="Freeform 74">
            <a:extLst>
              <a:ext uri="{FF2B5EF4-FFF2-40B4-BE49-F238E27FC236}">
                <a16:creationId xmlns:a16="http://schemas.microsoft.com/office/drawing/2014/main" id="{143546DF-442C-1C84-8EF6-5D1200383245}"/>
              </a:ext>
            </a:extLst>
          </p:cNvPr>
          <p:cNvSpPr/>
          <p:nvPr/>
        </p:nvSpPr>
        <p:spPr bwMode="gray">
          <a:xfrm>
            <a:off x="5535493" y="2068342"/>
            <a:ext cx="297815" cy="220121"/>
          </a:xfrm>
          <a:custGeom>
            <a:avLst/>
            <a:gdLst>
              <a:gd name="T0" fmla="*/ 3 w 43"/>
              <a:gd name="T1" fmla="*/ 0 h 38"/>
              <a:gd name="T2" fmla="*/ 1 w 43"/>
              <a:gd name="T3" fmla="*/ 13 h 38"/>
              <a:gd name="T4" fmla="*/ 8 w 43"/>
              <a:gd name="T5" fmla="*/ 38 h 38"/>
              <a:gd name="T6" fmla="*/ 43 w 43"/>
              <a:gd name="T7" fmla="*/ 13 h 38"/>
              <a:gd name="T8" fmla="*/ 3 w 43"/>
              <a:gd name="T9" fmla="*/ 0 h 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3" h="38">
                <a:moveTo>
                  <a:pt x="3" y="0"/>
                </a:moveTo>
                <a:cubicBezTo>
                  <a:pt x="1" y="4"/>
                  <a:pt x="1" y="8"/>
                  <a:pt x="1" y="13"/>
                </a:cubicBezTo>
                <a:cubicBezTo>
                  <a:pt x="0" y="22"/>
                  <a:pt x="3" y="30"/>
                  <a:pt x="8" y="38"/>
                </a:cubicBezTo>
                <a:lnTo>
                  <a:pt x="43" y="13"/>
                </a:lnTo>
                <a:lnTo>
                  <a:pt x="3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8" name="Freeform 75">
            <a:extLst>
              <a:ext uri="{FF2B5EF4-FFF2-40B4-BE49-F238E27FC236}">
                <a16:creationId xmlns:a16="http://schemas.microsoft.com/office/drawing/2014/main" id="{B98EF7CF-51BE-E29A-A499-9E4F262B3E76}"/>
              </a:ext>
            </a:extLst>
          </p:cNvPr>
          <p:cNvSpPr/>
          <p:nvPr/>
        </p:nvSpPr>
        <p:spPr bwMode="gray">
          <a:xfrm>
            <a:off x="5555977" y="1945608"/>
            <a:ext cx="277331" cy="198776"/>
          </a:xfrm>
          <a:custGeom>
            <a:avLst/>
            <a:gdLst>
              <a:gd name="T0" fmla="*/ 15 w 40"/>
              <a:gd name="T1" fmla="*/ 0 h 34"/>
              <a:gd name="T2" fmla="*/ 0 w 40"/>
              <a:gd name="T3" fmla="*/ 21 h 34"/>
              <a:gd name="T4" fmla="*/ 40 w 40"/>
              <a:gd name="T5" fmla="*/ 34 h 34"/>
              <a:gd name="T6" fmla="*/ 15 w 40"/>
              <a:gd name="T7" fmla="*/ 0 h 3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40" h="34">
                <a:moveTo>
                  <a:pt x="15" y="0"/>
                </a:moveTo>
                <a:cubicBezTo>
                  <a:pt x="8" y="5"/>
                  <a:pt x="2" y="12"/>
                  <a:pt x="0" y="21"/>
                </a:cubicBezTo>
                <a:lnTo>
                  <a:pt x="40" y="34"/>
                </a:lnTo>
                <a:lnTo>
                  <a:pt x="15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79" name="Freeform 76">
            <a:extLst>
              <a:ext uri="{FF2B5EF4-FFF2-40B4-BE49-F238E27FC236}">
                <a16:creationId xmlns:a16="http://schemas.microsoft.com/office/drawing/2014/main" id="{D4CF788E-A288-734A-F710-31D125D63D52}"/>
              </a:ext>
            </a:extLst>
          </p:cNvPr>
          <p:cNvSpPr/>
          <p:nvPr/>
        </p:nvSpPr>
        <p:spPr bwMode="gray">
          <a:xfrm>
            <a:off x="5658401" y="1898916"/>
            <a:ext cx="174907" cy="245468"/>
          </a:xfrm>
          <a:custGeom>
            <a:avLst/>
            <a:gdLst>
              <a:gd name="T0" fmla="*/ 25 w 25"/>
              <a:gd name="T1" fmla="*/ 0 h 42"/>
              <a:gd name="T2" fmla="*/ 0 w 25"/>
              <a:gd name="T3" fmla="*/ 8 h 42"/>
              <a:gd name="T4" fmla="*/ 25 w 25"/>
              <a:gd name="T5" fmla="*/ 42 h 42"/>
              <a:gd name="T6" fmla="*/ 25 w 25"/>
              <a:gd name="T7" fmla="*/ 0 h 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5" h="42">
                <a:moveTo>
                  <a:pt x="25" y="0"/>
                </a:moveTo>
                <a:cubicBezTo>
                  <a:pt x="16" y="0"/>
                  <a:pt x="7" y="3"/>
                  <a:pt x="0" y="8"/>
                </a:cubicBezTo>
                <a:lnTo>
                  <a:pt x="25" y="42"/>
                </a:lnTo>
                <a:lnTo>
                  <a:pt x="25" y="0"/>
                </a:lnTo>
                <a:close/>
              </a:path>
            </a:pathLst>
          </a:custGeom>
          <a:solidFill>
            <a:schemeClr val="accent1"/>
          </a:solidFill>
          <a:ln w="9525">
            <a:solidFill>
              <a:srgbClr val="FFFFFF"/>
            </a:solidFill>
            <a:prstDash val="solid"/>
            <a:round/>
          </a:ln>
        </p:spPr>
        <p:txBody>
          <a:bodyPr/>
          <a:lstStyle/>
          <a:p>
            <a:endParaRPr lang="en-US"/>
          </a:p>
        </p:txBody>
      </p:sp>
      <p:sp>
        <p:nvSpPr>
          <p:cNvPr id="80" name="Rectangle 78">
            <a:extLst>
              <a:ext uri="{FF2B5EF4-FFF2-40B4-BE49-F238E27FC236}">
                <a16:creationId xmlns:a16="http://schemas.microsoft.com/office/drawing/2014/main" id="{E10C5C18-F131-5C74-C458-C7BF1F30930F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59965" y="2192411"/>
            <a:ext cx="234785" cy="153417"/>
          </a:xfrm>
          <a:prstGeom prst="rect">
            <a:avLst/>
          </a:prstGeom>
          <a:solidFill>
            <a:schemeClr val="hlink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81" name="Rectangle 79">
            <a:extLst>
              <a:ext uri="{FF2B5EF4-FFF2-40B4-BE49-F238E27FC236}">
                <a16:creationId xmlns:a16="http://schemas.microsoft.com/office/drawing/2014/main" id="{6DDF592D-D12F-EBAF-F58C-00C48F0B8597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86143" y="2264450"/>
            <a:ext cx="231635" cy="81378"/>
          </a:xfrm>
          <a:prstGeom prst="rect">
            <a:avLst/>
          </a:prstGeom>
          <a:solidFill>
            <a:schemeClr val="hlink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82" name="Rectangle 80">
            <a:extLst>
              <a:ext uri="{FF2B5EF4-FFF2-40B4-BE49-F238E27FC236}">
                <a16:creationId xmlns:a16="http://schemas.microsoft.com/office/drawing/2014/main" id="{6BED57B4-C55F-6009-FCC0-03D8A8ED949C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59965" y="2037659"/>
            <a:ext cx="234785" cy="154752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83" name="Rectangle 81">
            <a:extLst>
              <a:ext uri="{FF2B5EF4-FFF2-40B4-BE49-F238E27FC236}">
                <a16:creationId xmlns:a16="http://schemas.microsoft.com/office/drawing/2014/main" id="{BA5DDCD8-7D9A-D479-45BB-A7852B0023DC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86143" y="2037659"/>
            <a:ext cx="231635" cy="226791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84" name="Rectangle 82">
            <a:extLst>
              <a:ext uri="{FF2B5EF4-FFF2-40B4-BE49-F238E27FC236}">
                <a16:creationId xmlns:a16="http://schemas.microsoft.com/office/drawing/2014/main" id="{3C343E97-8A3B-C45D-15F6-C9009ABFBBE3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59965" y="1934936"/>
            <a:ext cx="234785" cy="102723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85" name="Rectangle 83">
            <a:extLst>
              <a:ext uri="{FF2B5EF4-FFF2-40B4-BE49-F238E27FC236}">
                <a16:creationId xmlns:a16="http://schemas.microsoft.com/office/drawing/2014/main" id="{CE927EEE-4868-C61E-502C-AED42820AE75}"/>
              </a:ext>
            </a:extLst>
          </p:cNvPr>
          <p:cNvSpPr>
            <a:spLocks noChangeArrowheads="1"/>
          </p:cNvSpPr>
          <p:nvPr/>
        </p:nvSpPr>
        <p:spPr bwMode="gray">
          <a:xfrm>
            <a:off x="7286143" y="1934936"/>
            <a:ext cx="231635" cy="102723"/>
          </a:xfrm>
          <a:prstGeom prst="rect">
            <a:avLst/>
          </a:prstGeom>
          <a:solidFill>
            <a:schemeClr val="accent1"/>
          </a:solidFill>
          <a:ln w="317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86" name="Line 84">
            <a:extLst>
              <a:ext uri="{FF2B5EF4-FFF2-40B4-BE49-F238E27FC236}">
                <a16:creationId xmlns:a16="http://schemas.microsoft.com/office/drawing/2014/main" id="{6D4652E1-ADBD-C394-4B85-63A570007C21}"/>
              </a:ext>
            </a:extLst>
          </p:cNvPr>
          <p:cNvSpPr>
            <a:spLocks noChangeShapeType="1"/>
          </p:cNvSpPr>
          <p:nvPr/>
        </p:nvSpPr>
        <p:spPr bwMode="gray">
          <a:xfrm>
            <a:off x="6914268" y="2345828"/>
            <a:ext cx="649206" cy="133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DB95611C-514A-299C-3672-4034A880A294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gray">
          <a:xfrm rot="10800000">
            <a:off x="7331840" y="3657214"/>
            <a:ext cx="334058" cy="40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lIns="76200" tIns="0" rIns="0" bIns="0" anchor="ctr"/>
          <a:lstStyle/>
          <a:p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E5CB62CB-C8AB-F6DD-6F80-3157515CE70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02390" y="4068107"/>
            <a:ext cx="96120" cy="134740"/>
          </a:xfrm>
          <a:prstGeom prst="rect">
            <a:avLst/>
          </a:prstGeom>
          <a:solidFill>
            <a:schemeClr val="accent1"/>
          </a:solidFill>
          <a:ln w="7938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AC5C5169-BC8C-1542-2E30-CDFE949BCAAE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31601" y="4000069"/>
            <a:ext cx="89817" cy="202778"/>
          </a:xfrm>
          <a:prstGeom prst="rect">
            <a:avLst/>
          </a:prstGeom>
          <a:solidFill>
            <a:schemeClr val="accent1"/>
          </a:solidFill>
          <a:ln w="7938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337ED9C7-0305-2155-49FB-42FB126EC176}"/>
              </a:ext>
            </a:extLst>
          </p:cNvPr>
          <p:cNvSpPr>
            <a:spLocks noChangeArrowheads="1"/>
          </p:cNvSpPr>
          <p:nvPr/>
        </p:nvSpPr>
        <p:spPr bwMode="gray">
          <a:xfrm>
            <a:off x="7049782" y="3933366"/>
            <a:ext cx="100848" cy="269481"/>
          </a:xfrm>
          <a:prstGeom prst="rect">
            <a:avLst/>
          </a:prstGeom>
          <a:solidFill>
            <a:schemeClr val="accent1"/>
          </a:solidFill>
          <a:ln w="7938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8315E4EA-BBC4-333E-16C9-BDB2B899E66A}"/>
              </a:ext>
            </a:extLst>
          </p:cNvPr>
          <p:cNvSpPr>
            <a:spLocks noChangeArrowheads="1"/>
          </p:cNvSpPr>
          <p:nvPr/>
        </p:nvSpPr>
        <p:spPr bwMode="gray">
          <a:xfrm>
            <a:off x="7182144" y="3865329"/>
            <a:ext cx="86666" cy="337518"/>
          </a:xfrm>
          <a:prstGeom prst="rect">
            <a:avLst/>
          </a:prstGeom>
          <a:solidFill>
            <a:schemeClr val="accent1"/>
          </a:solidFill>
          <a:ln w="7938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830D382A-64FF-95AE-BF47-54C163329D53}"/>
              </a:ext>
            </a:extLst>
          </p:cNvPr>
          <p:cNvSpPr>
            <a:spLocks noChangeArrowheads="1"/>
          </p:cNvSpPr>
          <p:nvPr/>
        </p:nvSpPr>
        <p:spPr bwMode="gray">
          <a:xfrm>
            <a:off x="7301901" y="3803962"/>
            <a:ext cx="97696" cy="398885"/>
          </a:xfrm>
          <a:prstGeom prst="rect">
            <a:avLst/>
          </a:prstGeom>
          <a:solidFill>
            <a:schemeClr val="hlink"/>
          </a:solidFill>
          <a:ln w="8001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93" name="Line 92">
            <a:extLst>
              <a:ext uri="{FF2B5EF4-FFF2-40B4-BE49-F238E27FC236}">
                <a16:creationId xmlns:a16="http://schemas.microsoft.com/office/drawing/2014/main" id="{B9B8169F-3001-37B7-84B7-2856A90E0914}"/>
              </a:ext>
            </a:extLst>
          </p:cNvPr>
          <p:cNvSpPr>
            <a:spLocks noChangeShapeType="1"/>
          </p:cNvSpPr>
          <p:nvPr/>
        </p:nvSpPr>
        <p:spPr bwMode="gray">
          <a:xfrm>
            <a:off x="6786633" y="4202847"/>
            <a:ext cx="628721" cy="1334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94" name="Group 93">
            <a:extLst>
              <a:ext uri="{FF2B5EF4-FFF2-40B4-BE49-F238E27FC236}">
                <a16:creationId xmlns:a16="http://schemas.microsoft.com/office/drawing/2014/main" id="{63BAD41E-5F02-49E0-3E39-6759F922D1CE}"/>
              </a:ext>
            </a:extLst>
          </p:cNvPr>
          <p:cNvGrpSpPr/>
          <p:nvPr>
            <p:custDataLst>
              <p:tags r:id="rId25"/>
            </p:custDataLst>
          </p:nvPr>
        </p:nvGrpSpPr>
        <p:grpSpPr bwMode="auto">
          <a:xfrm>
            <a:off x="5535493" y="3562495"/>
            <a:ext cx="625570" cy="735070"/>
            <a:chOff x="2624" y="2709"/>
            <a:chExt cx="482" cy="667"/>
          </a:xfrm>
        </p:grpSpPr>
        <p:sp>
          <p:nvSpPr>
            <p:cNvPr id="95" name="Rectangle 94">
              <a:extLst>
                <a:ext uri="{FF2B5EF4-FFF2-40B4-BE49-F238E27FC236}">
                  <a16:creationId xmlns:a16="http://schemas.microsoft.com/office/drawing/2014/main" id="{22FD905C-1F40-630B-C9AE-C09F0AC4C8B2}"/>
                </a:ext>
              </a:extLst>
            </p:cNvPr>
            <p:cNvSpPr>
              <a:spLocks noChangeArrowheads="1"/>
            </p:cNvSpPr>
            <p:nvPr>
              <p:custDataLst>
                <p:tags r:id="rId31"/>
              </p:custDataLst>
            </p:nvPr>
          </p:nvSpPr>
          <p:spPr bwMode="gray">
            <a:xfrm rot="16200000" flipV="1">
              <a:off x="2673" y="2660"/>
              <a:ext cx="232" cy="3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rot="10800000" vert="eaVert" lIns="76200" tIns="0" rIns="0" bIns="0" anchor="ctr"/>
            <a:lstStyle/>
            <a:p>
              <a:endParaRPr lang="en-US"/>
            </a:p>
          </p:txBody>
        </p:sp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829AD5EC-FFD9-65BB-8D7A-AFCE5A34D1D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68" y="2915"/>
              <a:ext cx="438" cy="46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56D6B6AF-B939-E145-1189-4BC163758057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2668" y="2915"/>
              <a:ext cx="438" cy="460"/>
            </a:xfrm>
            <a:prstGeom prst="rect">
              <a:avLst/>
            </a:prstGeom>
            <a:noFill/>
            <a:ln w="1588">
              <a:solidFill>
                <a:schemeClr val="tx1"/>
              </a:solidFill>
              <a:miter lim="800000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Line 97">
              <a:extLst>
                <a:ext uri="{FF2B5EF4-FFF2-40B4-BE49-F238E27FC236}">
                  <a16:creationId xmlns:a16="http://schemas.microsoft.com/office/drawing/2014/main" id="{E2898133-9C9D-9E6D-5129-E2665E4CE31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668" y="2915"/>
              <a:ext cx="1" cy="460"/>
            </a:xfrm>
            <a:prstGeom prst="line">
              <a:avLst/>
            </a:prstGeom>
            <a:noFill/>
            <a:ln w="1588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Line 98">
              <a:extLst>
                <a:ext uri="{FF2B5EF4-FFF2-40B4-BE49-F238E27FC236}">
                  <a16:creationId xmlns:a16="http://schemas.microsoft.com/office/drawing/2014/main" id="{1845B678-82A4-BF57-E019-B8C0D50736FF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668" y="3375"/>
              <a:ext cx="438" cy="1"/>
            </a:xfrm>
            <a:prstGeom prst="line">
              <a:avLst/>
            </a:prstGeom>
            <a:noFill/>
            <a:ln w="1588">
              <a:solidFill>
                <a:schemeClr val="tx1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Line 99">
              <a:extLst>
                <a:ext uri="{FF2B5EF4-FFF2-40B4-BE49-F238E27FC236}">
                  <a16:creationId xmlns:a16="http://schemas.microsoft.com/office/drawing/2014/main" id="{E15EF65E-FD92-BC3C-7352-1B90E8FCF7EF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668" y="3171"/>
              <a:ext cx="73" cy="12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Line 100">
              <a:extLst>
                <a:ext uri="{FF2B5EF4-FFF2-40B4-BE49-F238E27FC236}">
                  <a16:creationId xmlns:a16="http://schemas.microsoft.com/office/drawing/2014/main" id="{7D99D4EE-0B75-3894-9F68-B4A35B3BDCB6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741" y="3103"/>
              <a:ext cx="73" cy="68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Line 101">
              <a:extLst>
                <a:ext uri="{FF2B5EF4-FFF2-40B4-BE49-F238E27FC236}">
                  <a16:creationId xmlns:a16="http://schemas.microsoft.com/office/drawing/2014/main" id="{EBE9E01C-3AD6-F19D-DEF3-FC642DF05254}"/>
                </a:ext>
              </a:extLst>
            </p:cNvPr>
            <p:cNvSpPr>
              <a:spLocks noChangeShapeType="1"/>
            </p:cNvSpPr>
            <p:nvPr/>
          </p:nvSpPr>
          <p:spPr bwMode="gray">
            <a:xfrm>
              <a:off x="2814" y="3103"/>
              <a:ext cx="73" cy="17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Line 102">
              <a:extLst>
                <a:ext uri="{FF2B5EF4-FFF2-40B4-BE49-F238E27FC236}">
                  <a16:creationId xmlns:a16="http://schemas.microsoft.com/office/drawing/2014/main" id="{192C5D41-C4BA-6AF1-AB63-34689588CFCE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887" y="3070"/>
              <a:ext cx="72" cy="50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Line 103">
              <a:extLst>
                <a:ext uri="{FF2B5EF4-FFF2-40B4-BE49-F238E27FC236}">
                  <a16:creationId xmlns:a16="http://schemas.microsoft.com/office/drawing/2014/main" id="{82B7ACED-BE1F-91B0-9AB4-4A4C744F5D5A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2959" y="3018"/>
              <a:ext cx="75" cy="52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Line 104">
              <a:extLst>
                <a:ext uri="{FF2B5EF4-FFF2-40B4-BE49-F238E27FC236}">
                  <a16:creationId xmlns:a16="http://schemas.microsoft.com/office/drawing/2014/main" id="{6466E518-94CE-8308-409D-F92768C60F14}"/>
                </a:ext>
              </a:extLst>
            </p:cNvPr>
            <p:cNvSpPr>
              <a:spLocks noChangeShapeType="1"/>
            </p:cNvSpPr>
            <p:nvPr/>
          </p:nvSpPr>
          <p:spPr bwMode="gray">
            <a:xfrm flipV="1">
              <a:off x="3034" y="2967"/>
              <a:ext cx="72" cy="51"/>
            </a:xfrm>
            <a:prstGeom prst="line">
              <a:avLst/>
            </a:prstGeom>
            <a:noFill/>
            <a:ln w="38100">
              <a:solidFill>
                <a:schemeClr val="accent2"/>
              </a:solidFill>
              <a:rou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6" name="Rectangle 106">
            <a:extLst>
              <a:ext uri="{FF2B5EF4-FFF2-40B4-BE49-F238E27FC236}">
                <a16:creationId xmlns:a16="http://schemas.microsoft.com/office/drawing/2014/main" id="{B754A92A-D0E7-DEFA-9010-CA11BF84D89F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35493" y="2799410"/>
            <a:ext cx="735872" cy="74708"/>
          </a:xfrm>
          <a:prstGeom prst="rect">
            <a:avLst/>
          </a:prstGeom>
          <a:solidFill>
            <a:schemeClr val="hlink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07" name="Rectangle 107">
            <a:extLst>
              <a:ext uri="{FF2B5EF4-FFF2-40B4-BE49-F238E27FC236}">
                <a16:creationId xmlns:a16="http://schemas.microsoft.com/office/drawing/2014/main" id="{58826147-5D33-1740-28F7-859447B42F24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35493" y="2908803"/>
            <a:ext cx="576722" cy="7337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08" name="Rectangle 108">
            <a:extLst>
              <a:ext uri="{FF2B5EF4-FFF2-40B4-BE49-F238E27FC236}">
                <a16:creationId xmlns:a16="http://schemas.microsoft.com/office/drawing/2014/main" id="{5EE6565C-A293-1CFF-748E-59177AC42494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35493" y="3016863"/>
            <a:ext cx="433329" cy="80044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09" name="Rectangle 109">
            <a:extLst>
              <a:ext uri="{FF2B5EF4-FFF2-40B4-BE49-F238E27FC236}">
                <a16:creationId xmlns:a16="http://schemas.microsoft.com/office/drawing/2014/main" id="{3967ED63-76DE-FA5B-3A05-8686C2CA86EC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35493" y="3128925"/>
            <a:ext cx="289937" cy="76041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10" name="Rectangle 110">
            <a:extLst>
              <a:ext uri="{FF2B5EF4-FFF2-40B4-BE49-F238E27FC236}">
                <a16:creationId xmlns:a16="http://schemas.microsoft.com/office/drawing/2014/main" id="{49C123CB-6893-2CCB-C8B3-A975E021136E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35493" y="3240986"/>
            <a:ext cx="146544" cy="7204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</a:ln>
        </p:spPr>
        <p:txBody>
          <a:bodyPr/>
          <a:lstStyle/>
          <a:p>
            <a:endParaRPr lang="en-US"/>
          </a:p>
        </p:txBody>
      </p:sp>
      <p:sp>
        <p:nvSpPr>
          <p:cNvPr id="111" name="Line 111">
            <a:extLst>
              <a:ext uri="{FF2B5EF4-FFF2-40B4-BE49-F238E27FC236}">
                <a16:creationId xmlns:a16="http://schemas.microsoft.com/office/drawing/2014/main" id="{4B5F5721-D7F1-CE72-860C-A411194388C6}"/>
              </a:ext>
            </a:extLst>
          </p:cNvPr>
          <p:cNvSpPr>
            <a:spLocks noChangeShapeType="1"/>
          </p:cNvSpPr>
          <p:nvPr/>
        </p:nvSpPr>
        <p:spPr bwMode="gray">
          <a:xfrm>
            <a:off x="5535493" y="2786069"/>
            <a:ext cx="1575" cy="548301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2" name="Rectangle 112">
            <a:extLst>
              <a:ext uri="{FF2B5EF4-FFF2-40B4-BE49-F238E27FC236}">
                <a16:creationId xmlns:a16="http://schemas.microsoft.com/office/drawing/2014/main" id="{4DB1B096-AD37-9F86-06ED-9FC16AEEB79C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gray">
          <a:xfrm>
            <a:off x="2090918" y="2052278"/>
            <a:ext cx="225173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zh-CN" altLang="en-US" sz="1400" i="1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显示每个部件的大小</a:t>
            </a:r>
          </a:p>
          <a:p>
            <a:r>
              <a:rPr lang="zh-CN" altLang="en-US" sz="1400" i="1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作为占总数的百分比</a:t>
            </a:r>
          </a:p>
        </p:txBody>
      </p:sp>
      <p:sp>
        <p:nvSpPr>
          <p:cNvPr id="113" name="Rectangle 113">
            <a:extLst>
              <a:ext uri="{FF2B5EF4-FFF2-40B4-BE49-F238E27FC236}">
                <a16:creationId xmlns:a16="http://schemas.microsoft.com/office/drawing/2014/main" id="{2E81CF8C-655C-A785-A44F-207FB7EBF506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gray">
          <a:xfrm>
            <a:off x="2093810" y="3049701"/>
            <a:ext cx="1676590" cy="2185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zh-CN" altLang="en-US" sz="1400" i="1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显示项目排名如何</a:t>
            </a:r>
          </a:p>
        </p:txBody>
      </p:sp>
      <p:sp>
        <p:nvSpPr>
          <p:cNvPr id="114" name="Rectangle 114">
            <a:extLst>
              <a:ext uri="{FF2B5EF4-FFF2-40B4-BE49-F238E27FC236}">
                <a16:creationId xmlns:a16="http://schemas.microsoft.com/office/drawing/2014/main" id="{A828EE68-C572-3C84-F8AF-4704AFF22989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gray">
          <a:xfrm>
            <a:off x="2044953" y="3970719"/>
            <a:ext cx="168457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zh-CN" altLang="en-US" sz="1400" i="1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显示项目排名如何</a:t>
            </a:r>
          </a:p>
        </p:txBody>
      </p:sp>
      <p:sp>
        <p:nvSpPr>
          <p:cNvPr id="115" name="Rectangle 115">
            <a:extLst>
              <a:ext uri="{FF2B5EF4-FFF2-40B4-BE49-F238E27FC236}">
                <a16:creationId xmlns:a16="http://schemas.microsoft.com/office/drawing/2014/main" id="{1C8246D1-93C2-D083-4B09-2E6D5331F9AB}"/>
              </a:ext>
            </a:extLst>
          </p:cNvPr>
          <p:cNvSpPr>
            <a:spLocks noChangeArrowheads="1"/>
          </p:cNvSpPr>
          <p:nvPr>
            <p:custDataLst>
              <p:tags r:id="rId29"/>
            </p:custDataLst>
          </p:nvPr>
        </p:nvSpPr>
        <p:spPr bwMode="gray">
          <a:xfrm>
            <a:off x="2042069" y="4893562"/>
            <a:ext cx="3011821" cy="2154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zh-CN" altLang="en-US" sz="1400" i="1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显示落在一系列数值范围内的项目数</a:t>
            </a:r>
          </a:p>
        </p:txBody>
      </p:sp>
      <p:sp>
        <p:nvSpPr>
          <p:cNvPr id="116" name="Rectangle 116">
            <a:extLst>
              <a:ext uri="{FF2B5EF4-FFF2-40B4-BE49-F238E27FC236}">
                <a16:creationId xmlns:a16="http://schemas.microsoft.com/office/drawing/2014/main" id="{D191B8B6-082B-ED19-8451-1391959DDA1B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gray">
          <a:xfrm>
            <a:off x="2042440" y="5677670"/>
            <a:ext cx="289812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zh-CN" altLang="en-US" sz="1400" i="1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显示了两个变量之间的关系是否遵循一个预期的模式</a:t>
            </a:r>
          </a:p>
        </p:txBody>
      </p:sp>
      <p:sp>
        <p:nvSpPr>
          <p:cNvPr id="117" name="Rectangle 117">
            <a:extLst>
              <a:ext uri="{FF2B5EF4-FFF2-40B4-BE49-F238E27FC236}">
                <a16:creationId xmlns:a16="http://schemas.microsoft.com/office/drawing/2014/main" id="{792DAFA8-D197-500D-927E-24E775987291}"/>
              </a:ext>
            </a:extLst>
          </p:cNvPr>
          <p:cNvSpPr>
            <a:spLocks noChangeArrowheads="1"/>
          </p:cNvSpPr>
          <p:nvPr/>
        </p:nvSpPr>
        <p:spPr bwMode="gray">
          <a:xfrm>
            <a:off x="5604825" y="2401859"/>
            <a:ext cx="304118" cy="178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en-US" sz="1400"/>
              <a:t>Pie </a:t>
            </a:r>
          </a:p>
        </p:txBody>
      </p:sp>
      <p:sp>
        <p:nvSpPr>
          <p:cNvPr id="118" name="Rectangle 118">
            <a:extLst>
              <a:ext uri="{FF2B5EF4-FFF2-40B4-BE49-F238E27FC236}">
                <a16:creationId xmlns:a16="http://schemas.microsoft.com/office/drawing/2014/main" id="{9A21D218-1782-340C-9AD9-C09F0416D0A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928450" y="2400525"/>
            <a:ext cx="1252716" cy="178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en-US" sz="1400"/>
              <a:t>Stacked column</a:t>
            </a:r>
          </a:p>
        </p:txBody>
      </p:sp>
      <p:sp>
        <p:nvSpPr>
          <p:cNvPr id="119" name="Rectangle 119">
            <a:extLst>
              <a:ext uri="{FF2B5EF4-FFF2-40B4-BE49-F238E27FC236}">
                <a16:creationId xmlns:a16="http://schemas.microsoft.com/office/drawing/2014/main" id="{A3168890-AAEC-2D37-B5F8-3BF2327A674E}"/>
              </a:ext>
            </a:extLst>
          </p:cNvPr>
          <p:cNvSpPr>
            <a:spLocks noChangeArrowheads="1"/>
          </p:cNvSpPr>
          <p:nvPr/>
        </p:nvSpPr>
        <p:spPr bwMode="gray">
          <a:xfrm>
            <a:off x="5489796" y="3385065"/>
            <a:ext cx="274179" cy="178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en-US" sz="1400"/>
              <a:t>Bar</a:t>
            </a:r>
          </a:p>
        </p:txBody>
      </p:sp>
      <p:sp>
        <p:nvSpPr>
          <p:cNvPr id="120" name="Rectangle 120">
            <a:extLst>
              <a:ext uri="{FF2B5EF4-FFF2-40B4-BE49-F238E27FC236}">
                <a16:creationId xmlns:a16="http://schemas.microsoft.com/office/drawing/2014/main" id="{5F0193E0-37E8-8A8E-40AC-DFC889976038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22887" y="6145246"/>
            <a:ext cx="557813" cy="178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en-US" sz="1400"/>
              <a:t>Scatter</a:t>
            </a:r>
          </a:p>
        </p:txBody>
      </p:sp>
      <p:sp>
        <p:nvSpPr>
          <p:cNvPr id="121" name="Rectangle 121">
            <a:extLst>
              <a:ext uri="{FF2B5EF4-FFF2-40B4-BE49-F238E27FC236}">
                <a16:creationId xmlns:a16="http://schemas.microsoft.com/office/drawing/2014/main" id="{1C08D66C-D085-B4E2-039A-2AD3354C9F70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46511" y="6145246"/>
            <a:ext cx="811507" cy="178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en-US" sz="1400"/>
              <a:t>Paired bar</a:t>
            </a:r>
          </a:p>
        </p:txBody>
      </p:sp>
      <p:sp>
        <p:nvSpPr>
          <p:cNvPr id="122" name="Rectangle 122">
            <a:extLst>
              <a:ext uri="{FF2B5EF4-FFF2-40B4-BE49-F238E27FC236}">
                <a16:creationId xmlns:a16="http://schemas.microsoft.com/office/drawing/2014/main" id="{F815315B-8516-1EA7-C870-A3B2445B6C7A}"/>
              </a:ext>
            </a:extLst>
          </p:cNvPr>
          <p:cNvSpPr>
            <a:spLocks noChangeArrowheads="1"/>
          </p:cNvSpPr>
          <p:nvPr/>
        </p:nvSpPr>
        <p:spPr bwMode="gray">
          <a:xfrm>
            <a:off x="6846511" y="5202062"/>
            <a:ext cx="606661" cy="178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en-US" sz="1400"/>
              <a:t>Column</a:t>
            </a:r>
          </a:p>
        </p:txBody>
      </p:sp>
      <p:sp>
        <p:nvSpPr>
          <p:cNvPr id="123" name="Rectangle 123">
            <a:extLst>
              <a:ext uri="{FF2B5EF4-FFF2-40B4-BE49-F238E27FC236}">
                <a16:creationId xmlns:a16="http://schemas.microsoft.com/office/drawing/2014/main" id="{E57D906D-2D95-5257-F426-8FC7C34D36A8}"/>
              </a:ext>
            </a:extLst>
          </p:cNvPr>
          <p:cNvSpPr>
            <a:spLocks noChangeArrowheads="1"/>
          </p:cNvSpPr>
          <p:nvPr/>
        </p:nvSpPr>
        <p:spPr bwMode="gray">
          <a:xfrm>
            <a:off x="6775602" y="4290895"/>
            <a:ext cx="606662" cy="178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en-US" sz="1400"/>
              <a:t>Column</a:t>
            </a:r>
          </a:p>
        </p:txBody>
      </p:sp>
      <p:sp>
        <p:nvSpPr>
          <p:cNvPr id="124" name="Rectangle 124">
            <a:extLst>
              <a:ext uri="{FF2B5EF4-FFF2-40B4-BE49-F238E27FC236}">
                <a16:creationId xmlns:a16="http://schemas.microsoft.com/office/drawing/2014/main" id="{F39FC7C2-0C61-E5FA-78CA-FD7985CC9183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63856" y="4317576"/>
            <a:ext cx="332481" cy="178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en-US" sz="1400"/>
              <a:t>Line</a:t>
            </a:r>
          </a:p>
        </p:txBody>
      </p:sp>
      <p:sp>
        <p:nvSpPr>
          <p:cNvPr id="125" name="Rectangle 125">
            <a:extLst>
              <a:ext uri="{FF2B5EF4-FFF2-40B4-BE49-F238E27FC236}">
                <a16:creationId xmlns:a16="http://schemas.microsoft.com/office/drawing/2014/main" id="{2D0A9B33-D6D5-5CC8-F482-EFA30BC72404}"/>
              </a:ext>
            </a:extLst>
          </p:cNvPr>
          <p:cNvSpPr>
            <a:spLocks noChangeArrowheads="1"/>
          </p:cNvSpPr>
          <p:nvPr/>
        </p:nvSpPr>
        <p:spPr bwMode="gray">
          <a:xfrm>
            <a:off x="5537068" y="5202062"/>
            <a:ext cx="332482" cy="178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r>
              <a:rPr lang="en-US" altLang="en-US" sz="1400"/>
              <a:t>Line</a:t>
            </a:r>
          </a:p>
        </p:txBody>
      </p:sp>
    </p:spTree>
    <p:extLst>
      <p:ext uri="{BB962C8B-B14F-4D97-AF65-F5344CB8AC3E}">
        <p14:creationId xmlns:p14="http://schemas.microsoft.com/office/powerpoint/2010/main" val="5552485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3498547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4" imgW="7772400" imgH="10058400" progId="TCLayout.ActiveDocument.1">
                  <p:embed/>
                </p:oleObj>
              </mc:Choice>
              <mc:Fallback>
                <p:oleObj name="think-cell 幻灯片" r:id="rId2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720090"/>
            <a:ext cx="1869946" cy="454798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定量图表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93613C-B6FB-0B30-ADFE-097FE66D4DC5}"/>
              </a:ext>
            </a:extLst>
          </p:cNvPr>
          <p:cNvSpPr txBox="1"/>
          <p:nvPr/>
        </p:nvSpPr>
        <p:spPr>
          <a:xfrm>
            <a:off x="412750" y="1232038"/>
            <a:ext cx="3264406" cy="31101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组件比较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BF8CD93-2F93-2B0B-6899-3273628983A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412750" y="1722438"/>
            <a:ext cx="8312150" cy="596541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EC52A59-6D70-8344-F479-165944E22264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419100" y="1804988"/>
            <a:ext cx="831215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zh-CN" altLang="en-US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显示每个部分的大小占总数的百分比（</a:t>
            </a:r>
            <a:r>
              <a:rPr lang="en-US" altLang="zh-CN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100%</a:t>
            </a:r>
            <a:r>
              <a:rPr lang="zh-CN" altLang="en-US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）</a:t>
            </a:r>
            <a:endParaRPr lang="en-US" altLang="en-US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触发词</a:t>
            </a:r>
            <a:r>
              <a:rPr lang="en-US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: accounts for, breakdown, component, part, percentage, piece, segment, share, whole </a:t>
            </a:r>
          </a:p>
        </p:txBody>
      </p:sp>
      <p:sp>
        <p:nvSpPr>
          <p:cNvPr id="54" name="Rectangle 7">
            <a:extLst>
              <a:ext uri="{FF2B5EF4-FFF2-40B4-BE49-F238E27FC236}">
                <a16:creationId xmlns:a16="http://schemas.microsoft.com/office/drawing/2014/main" id="{66F0A04E-1F37-6BB2-CD55-89B9C3653292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gray">
          <a:xfrm>
            <a:off x="531647" y="2813763"/>
            <a:ext cx="4044950" cy="14448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显示每个部分的大小占总数的百分比，用饼图表示。使用饼来比较单个整体的几个组件（≤</a:t>
            </a:r>
            <a:r>
              <a:rPr lang="en-US" altLang="zh-CN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6</a:t>
            </a:r>
            <a:r>
              <a:rPr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切片）</a:t>
            </a:r>
          </a:p>
          <a:p>
            <a:pPr>
              <a:lnSpc>
                <a:spcPct val="150000"/>
              </a:lnSpc>
              <a:spcBef>
                <a:spcPct val="50000"/>
              </a:spcBef>
            </a:pPr>
            <a:r>
              <a:rPr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通常从</a:t>
            </a:r>
            <a:r>
              <a:rPr lang="en-US" altLang="zh-CN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12</a:t>
            </a:r>
            <a:r>
              <a:rPr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点开始放置最大或最重要的片段，并顺时针方向排列切片。如果适合你的信息，可以使用颜色或阴影来强调最重要的部分。</a:t>
            </a:r>
          </a:p>
        </p:txBody>
      </p:sp>
      <p:sp>
        <p:nvSpPr>
          <p:cNvPr id="126" name="Rectangle 8">
            <a:extLst>
              <a:ext uri="{FF2B5EF4-FFF2-40B4-BE49-F238E27FC236}">
                <a16:creationId xmlns:a16="http://schemas.microsoft.com/office/drawing/2014/main" id="{59647544-806E-D55B-7E5F-02C75B23B613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531647" y="2512903"/>
            <a:ext cx="410369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sz="1600" b="1" dirty="0" err="1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饼图</a:t>
            </a:r>
            <a:endParaRPr lang="en-US" altLang="en-US" sz="16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graphicFrame>
        <p:nvGraphicFramePr>
          <p:cNvPr id="151" name="Chart 3">
            <a:extLst>
              <a:ext uri="{FF2B5EF4-FFF2-40B4-BE49-F238E27FC236}">
                <a16:creationId xmlns:a16="http://schemas.microsoft.com/office/drawing/2014/main" id="{0C9E6740-790C-C97A-FE30-A0541C3DAAB8}"/>
              </a:ext>
            </a:extLst>
          </p:cNvPr>
          <p:cNvGraphicFramePr/>
          <p:nvPr>
            <p:custDataLst>
              <p:tags r:id="rId6"/>
            </p:custDataLst>
            <p:extLst>
              <p:ext uri="{D42A27DB-BD31-4B8C-83A1-F6EECF244321}">
                <p14:modId xmlns:p14="http://schemas.microsoft.com/office/powerpoint/2010/main" val="1086880526"/>
              </p:ext>
            </p:extLst>
          </p:nvPr>
        </p:nvGraphicFramePr>
        <p:xfrm>
          <a:off x="1614488" y="4178300"/>
          <a:ext cx="1973262" cy="2506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6"/>
          </a:graphicData>
        </a:graphic>
      </p:graphicFrame>
      <p:sp>
        <p:nvSpPr>
          <p:cNvPr id="131" name="Rectangle 12">
            <a:extLst>
              <a:ext uri="{FF2B5EF4-FFF2-40B4-BE49-F238E27FC236}">
                <a16:creationId xmlns:a16="http://schemas.microsoft.com/office/drawing/2014/main" id="{3E95A392-7281-9612-F514-B1EC719E2AA3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3541713" y="5580063"/>
            <a:ext cx="77628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15B6B67-1931-4817-B7E8-1F634543AF82}" type="datetime'''''''Co''''''''''m''''pa''''n''y'' ''''''''''1'''''''''''">
              <a:rPr lang="en-US" altLang="en-US" sz="1200" smtClean="0">
                <a:latin typeface="+mn-lt"/>
              </a:rPr>
              <a:pPr/>
              <a:t>Company 1</a:t>
            </a:fld>
            <a:endParaRPr lang="en-US" altLang="en-US" sz="1200">
              <a:latin typeface="+mn-lt"/>
            </a:endParaRPr>
          </a:p>
        </p:txBody>
      </p:sp>
      <p:sp>
        <p:nvSpPr>
          <p:cNvPr id="129" name="Rectangle 10">
            <a:extLst>
              <a:ext uri="{FF2B5EF4-FFF2-40B4-BE49-F238E27FC236}">
                <a16:creationId xmlns:a16="http://schemas.microsoft.com/office/drawing/2014/main" id="{A375EC69-25D0-B1FB-E31D-5ACEEAE8144E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915988" y="5715000"/>
            <a:ext cx="77628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F2166CFF-0B6E-4203-82C1-77493A4C64EC}" type="datetime'C''o''''''''''mp''an''''''y'''' ''''''2'''''''">
              <a:rPr lang="en-US" altLang="en-US" sz="1200" smtClean="0">
                <a:latin typeface="+mn-lt"/>
              </a:rPr>
              <a:pPr algn="r"/>
              <a:t>Company 2</a:t>
            </a:fld>
            <a:endParaRPr lang="en-US" altLang="en-US" sz="1200">
              <a:latin typeface="+mn-lt"/>
            </a:endParaRPr>
          </a:p>
        </p:txBody>
      </p:sp>
      <p:sp>
        <p:nvSpPr>
          <p:cNvPr id="128" name="Rectangle 11">
            <a:extLst>
              <a:ext uri="{FF2B5EF4-FFF2-40B4-BE49-F238E27FC236}">
                <a16:creationId xmlns:a16="http://schemas.microsoft.com/office/drawing/2014/main" id="{857362DA-6053-9167-7110-58771E5FA7C3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1319213" y="4460875"/>
            <a:ext cx="77628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3A3C9411-D313-4B90-BD97-E3C336E7F997}" type="datetime'''''C''''''''''''om''p''''''''''''''a''n''y'''''''''' 3'''''''">
              <a:rPr lang="en-US" altLang="en-US" sz="1200" smtClean="0">
                <a:latin typeface="+mn-lt"/>
              </a:rPr>
              <a:pPr algn="r"/>
              <a:t>Company 3</a:t>
            </a:fld>
            <a:endParaRPr lang="en-US" altLang="en-US" sz="1200">
              <a:latin typeface="+mn-lt"/>
            </a:endParaRPr>
          </a:p>
        </p:txBody>
      </p:sp>
      <p:sp>
        <p:nvSpPr>
          <p:cNvPr id="134" name="Rectangle 14">
            <a:extLst>
              <a:ext uri="{FF2B5EF4-FFF2-40B4-BE49-F238E27FC236}">
                <a16:creationId xmlns:a16="http://schemas.microsoft.com/office/drawing/2014/main" id="{C2343F2E-39AF-5C81-DCF4-2CEF7EA08DE7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4902993" y="2509509"/>
            <a:ext cx="1231106" cy="2462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1600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堆叠的柱状图</a:t>
            </a:r>
          </a:p>
        </p:txBody>
      </p:sp>
      <p:sp>
        <p:nvSpPr>
          <p:cNvPr id="135" name="Rectangle 15">
            <a:extLst>
              <a:ext uri="{FF2B5EF4-FFF2-40B4-BE49-F238E27FC236}">
                <a16:creationId xmlns:a16="http://schemas.microsoft.com/office/drawing/2014/main" id="{14769E6C-BBAC-D9B7-E7FF-5FA79C62DAFC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4902993" y="2855762"/>
            <a:ext cx="3614738" cy="5539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r>
              <a:rPr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显示组件，通常包含多个整体。该图表将总数的一部分叠加成一个垂直列。只使用只有几个组件的柱状图（≤</a:t>
            </a:r>
            <a:r>
              <a:rPr lang="en-US" altLang="zh-CN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5</a:t>
            </a:r>
            <a:r>
              <a:rPr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）。对于</a:t>
            </a:r>
            <a:r>
              <a:rPr lang="en-US" altLang="zh-CN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&gt;5</a:t>
            </a:r>
            <a:r>
              <a:rPr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组件，请使用项目比较</a:t>
            </a:r>
          </a:p>
        </p:txBody>
      </p:sp>
      <p:graphicFrame>
        <p:nvGraphicFramePr>
          <p:cNvPr id="153" name="Chart 3">
            <a:extLst>
              <a:ext uri="{FF2B5EF4-FFF2-40B4-BE49-F238E27FC236}">
                <a16:creationId xmlns:a16="http://schemas.microsoft.com/office/drawing/2014/main" id="{902E233B-B598-DC4B-A692-9229E17005EF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67120768"/>
              </p:ext>
            </p:extLst>
          </p:nvPr>
        </p:nvGraphicFramePr>
        <p:xfrm>
          <a:off x="5837238" y="3878263"/>
          <a:ext cx="2486025" cy="2563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7"/>
          </a:graphicData>
        </a:graphic>
      </p:graphicFrame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59A3577E-3C0D-8489-98CF-6BD9A549CFA5}"/>
              </a:ext>
            </a:extLst>
          </p:cNvPr>
          <p:cNvCxnSpPr/>
          <p:nvPr>
            <p:custDataLst>
              <p:tags r:id="rId13"/>
            </p:custDataLst>
          </p:nvPr>
        </p:nvCxnSpPr>
        <p:spPr bwMode="auto">
          <a:xfrm>
            <a:off x="5830888" y="4144963"/>
            <a:ext cx="2032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Rectangle 20">
            <a:extLst>
              <a:ext uri="{FF2B5EF4-FFF2-40B4-BE49-F238E27FC236}">
                <a16:creationId xmlns:a16="http://schemas.microsoft.com/office/drawing/2014/main" id="{3DA4A259-6AE1-D51A-BE43-7CB8863F1A8E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gray">
          <a:xfrm>
            <a:off x="5186363" y="4246563"/>
            <a:ext cx="77628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CF5C81DC-73CE-40DC-9A4F-4CB0DA6C0718}" type="datetime'''''''''''''''''''Co''''''''m''''''p''''a''n''''''''''y'' 3'''">
              <a:rPr lang="en-US" altLang="en-US" sz="1200" smtClean="0">
                <a:latin typeface="+mn-lt"/>
              </a:rPr>
              <a:pPr algn="r"/>
              <a:t>Company 3</a:t>
            </a:fld>
            <a:endParaRPr lang="en-US" altLang="en-US" sz="1200">
              <a:latin typeface="+mn-lt"/>
            </a:endParaRPr>
          </a:p>
        </p:txBody>
      </p:sp>
      <p:sp>
        <p:nvSpPr>
          <p:cNvPr id="143" name="Rectangle 19">
            <a:extLst>
              <a:ext uri="{FF2B5EF4-FFF2-40B4-BE49-F238E27FC236}">
                <a16:creationId xmlns:a16="http://schemas.microsoft.com/office/drawing/2014/main" id="{A575647D-EEE5-0C1B-A7B7-8F231896EB51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gray">
          <a:xfrm>
            <a:off x="5186363" y="4683125"/>
            <a:ext cx="77628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B23E9394-AC28-4DE2-9087-0ABB00C2A1F7}" type="datetime'''''C''o''''mp''''''''''a''n''''''''''''y'' ''''2'''">
              <a:rPr lang="en-US" altLang="en-US" sz="1200" smtClean="0">
                <a:latin typeface="+mn-lt"/>
              </a:rPr>
              <a:pPr algn="r"/>
              <a:t>Company 2</a:t>
            </a:fld>
            <a:endParaRPr lang="en-US" altLang="en-US" sz="1200">
              <a:latin typeface="+mn-lt"/>
            </a:endParaRPr>
          </a:p>
        </p:txBody>
      </p:sp>
      <p:sp>
        <p:nvSpPr>
          <p:cNvPr id="138" name="Rectangle 18">
            <a:extLst>
              <a:ext uri="{FF2B5EF4-FFF2-40B4-BE49-F238E27FC236}">
                <a16:creationId xmlns:a16="http://schemas.microsoft.com/office/drawing/2014/main" id="{663EE3B6-634C-98E5-E4A5-C57B0F65F019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gray">
          <a:xfrm>
            <a:off x="5186363" y="5505450"/>
            <a:ext cx="77628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9B7D6032-9798-4205-AB4E-82F0D4ED8976}" type="datetime'C''''''''''''om''''p''a''n''''''y'''''''' ''''''''''''1'''">
              <a:rPr lang="en-US" altLang="en-US" sz="1200" smtClean="0">
                <a:latin typeface="+mn-lt"/>
              </a:rPr>
              <a:pPr algn="r"/>
              <a:t>Company 1</a:t>
            </a:fld>
            <a:endParaRPr lang="en-US" altLang="en-US" sz="1200">
              <a:latin typeface="+mn-lt"/>
            </a:endParaRPr>
          </a:p>
        </p:txBody>
      </p:sp>
      <p:sp>
        <p:nvSpPr>
          <p:cNvPr id="140" name="Rectangle 25">
            <a:extLst>
              <a:ext uri="{FF2B5EF4-FFF2-40B4-BE49-F238E27FC236}">
                <a16:creationId xmlns:a16="http://schemas.microsoft.com/office/drawing/2014/main" id="{C4DA9270-B23A-3794-9FC5-575EDE84D8A1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gray">
          <a:xfrm>
            <a:off x="6240463" y="6226175"/>
            <a:ext cx="5191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fld id="{E04AF634-073E-4FE4-96D6-BE364A55B2B5}" type="datetime'''''''''''Cu''''''''r''''r''''''''e''''''n''''''''''t'''''">
              <a:rPr lang="en-US" altLang="en-US" sz="1200" smtClean="0">
                <a:latin typeface="+mn-lt"/>
              </a:rPr>
              <a:pPr algn="ctr"/>
              <a:t>Current</a:t>
            </a:fld>
            <a:endParaRPr lang="en-US" altLang="en-US" sz="1200">
              <a:latin typeface="+mn-lt"/>
            </a:endParaRPr>
          </a:p>
        </p:txBody>
      </p:sp>
      <p:sp>
        <p:nvSpPr>
          <p:cNvPr id="141" name="Rectangle 22">
            <a:extLst>
              <a:ext uri="{FF2B5EF4-FFF2-40B4-BE49-F238E27FC236}">
                <a16:creationId xmlns:a16="http://schemas.microsoft.com/office/drawing/2014/main" id="{EBAA75FC-26F3-47D4-4C5F-DF8F5AE1FFAB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gray">
          <a:xfrm>
            <a:off x="6351588" y="3937000"/>
            <a:ext cx="296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2225" tIns="0" rIns="22225" bIns="0" anchor="b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fld id="{78439F0E-038B-48F6-89EB-AAFA42C4B72C}" type="datetime'''''''''10''''''''''''''''''0'''''''''''''''">
              <a:rPr lang="zh-CN" altLang="en-US" sz="1200" smtClean="0">
                <a:latin typeface="+mn-lt"/>
              </a:rPr>
              <a:pPr/>
              <a:t>100</a:t>
            </a:fld>
            <a:endParaRPr lang="en-US" altLang="en-US" sz="1200">
              <a:latin typeface="+mn-lt"/>
            </a:endParaRPr>
          </a:p>
        </p:txBody>
      </p:sp>
      <p:sp>
        <p:nvSpPr>
          <p:cNvPr id="137" name="Rectangle 23">
            <a:extLst>
              <a:ext uri="{FF2B5EF4-FFF2-40B4-BE49-F238E27FC236}">
                <a16:creationId xmlns:a16="http://schemas.microsoft.com/office/drawing/2014/main" id="{526BF5A1-BC80-EC93-315F-0054B17D413F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gray">
          <a:xfrm>
            <a:off x="7512050" y="3937000"/>
            <a:ext cx="296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2225" tIns="0" rIns="22225" bIns="0" anchor="b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fld id="{C7F59336-9372-4D45-91CB-2B54EEF5E974}" type="datetime'''''''''''10''''0'''''''''''''''''''''''''">
              <a:rPr lang="zh-CN" altLang="en-US" sz="1200" smtClean="0">
                <a:latin typeface="+mn-lt"/>
              </a:rPr>
              <a:pPr/>
              <a:t>100</a:t>
            </a:fld>
            <a:endParaRPr lang="en-US" altLang="en-US" sz="1200">
              <a:latin typeface="+mn-lt"/>
            </a:endParaRPr>
          </a:p>
        </p:txBody>
      </p:sp>
      <p:sp>
        <p:nvSpPr>
          <p:cNvPr id="139" name="Rectangle 26">
            <a:extLst>
              <a:ext uri="{FF2B5EF4-FFF2-40B4-BE49-F238E27FC236}">
                <a16:creationId xmlns:a16="http://schemas.microsoft.com/office/drawing/2014/main" id="{6F304107-779E-3ADC-344C-F03E61ADA409}"/>
              </a:ext>
            </a:extLst>
          </p:cNvPr>
          <p:cNvSpPr>
            <a:spLocks noChangeArrowheads="1"/>
          </p:cNvSpPr>
          <p:nvPr>
            <p:custDataLst>
              <p:tags r:id="rId20"/>
            </p:custDataLst>
          </p:nvPr>
        </p:nvSpPr>
        <p:spPr bwMode="gray">
          <a:xfrm>
            <a:off x="7358063" y="6226175"/>
            <a:ext cx="6048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fld id="{204FBCF6-0198-4A5C-B6A1-A46A19ABC1BE}" type="datetime'''''''''''''F''o''''''''''''re''''''ca''''''''''st'''">
              <a:rPr lang="en-US" altLang="en-US" sz="1200" smtClean="0">
                <a:latin typeface="+mn-lt"/>
              </a:rPr>
              <a:pPr algn="ctr"/>
              <a:t>Forecast</a:t>
            </a:fld>
            <a:endParaRPr lang="en-US" altLang="en-US" sz="1200">
              <a:latin typeface="+mn-lt"/>
            </a:endParaRPr>
          </a:p>
        </p:txBody>
      </p:sp>
      <p:sp>
        <p:nvSpPr>
          <p:cNvPr id="142" name="Rectangle 17">
            <a:extLst>
              <a:ext uri="{FF2B5EF4-FFF2-40B4-BE49-F238E27FC236}">
                <a16:creationId xmlns:a16="http://schemas.microsoft.com/office/drawing/2014/main" id="{B1BB68B9-81D5-3D41-5402-49FF0E8C8919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gray">
          <a:xfrm>
            <a:off x="5260975" y="4054475"/>
            <a:ext cx="5191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51050C85-62A6-432F-BAC9-CEC488AE3511}" type="datetime'''1''''''''''''''''''''00''''%'''''''''''''''' ='''''''">
              <a:rPr lang="en-US" altLang="en-US" sz="1200" smtClean="0">
                <a:latin typeface="+mn-lt"/>
              </a:rPr>
              <a:pPr/>
              <a:t>100% =</a:t>
            </a:fld>
            <a:endParaRPr lang="en-US" altLang="en-US" sz="1200">
              <a:latin typeface="+mn-lt"/>
            </a:endParaRPr>
          </a:p>
        </p:txBody>
      </p:sp>
      <p:sp>
        <p:nvSpPr>
          <p:cNvPr id="146" name="Line 27">
            <a:extLst>
              <a:ext uri="{FF2B5EF4-FFF2-40B4-BE49-F238E27FC236}">
                <a16:creationId xmlns:a16="http://schemas.microsoft.com/office/drawing/2014/main" id="{199906A8-2635-0E8F-E886-39431E5E4661}"/>
              </a:ext>
            </a:extLst>
          </p:cNvPr>
          <p:cNvSpPr>
            <a:spLocks noChangeShapeType="1"/>
          </p:cNvSpPr>
          <p:nvPr>
            <p:custDataLst>
              <p:tags r:id="rId22"/>
            </p:custDataLst>
          </p:nvPr>
        </p:nvSpPr>
        <p:spPr bwMode="gray">
          <a:xfrm>
            <a:off x="4741863" y="2808288"/>
            <a:ext cx="0" cy="42227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98704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022314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720090"/>
            <a:ext cx="1869946" cy="454798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示例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7274887D-24AF-BC8A-B54C-CAE8963D4B4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0831" y="1697008"/>
            <a:ext cx="8442338" cy="4748815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9353ADB8-30E6-3402-6BF3-B09EB87325B9}"/>
              </a:ext>
            </a:extLst>
          </p:cNvPr>
          <p:cNvSpPr/>
          <p:nvPr/>
        </p:nvSpPr>
        <p:spPr>
          <a:xfrm>
            <a:off x="2170209" y="2369040"/>
            <a:ext cx="2317815" cy="3910465"/>
          </a:xfrm>
          <a:prstGeom prst="rect">
            <a:avLst/>
          </a:prstGeom>
          <a:noFill/>
          <a:ln w="19050" cap="sq">
            <a:solidFill>
              <a:srgbClr val="C0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4F4726-541A-7CD6-5506-782902860827}"/>
              </a:ext>
            </a:extLst>
          </p:cNvPr>
          <p:cNvSpPr txBox="1"/>
          <p:nvPr/>
        </p:nvSpPr>
        <p:spPr>
          <a:xfrm>
            <a:off x="2382431" y="1374793"/>
            <a:ext cx="4665307" cy="32221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红框所示，饼图与堆叠柱状图在实际案例中的应用</a:t>
            </a:r>
          </a:p>
        </p:txBody>
      </p:sp>
    </p:spTree>
    <p:extLst>
      <p:ext uri="{BB962C8B-B14F-4D97-AF65-F5344CB8AC3E}">
        <p14:creationId xmlns:p14="http://schemas.microsoft.com/office/powerpoint/2010/main" val="42830934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2319420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7" imgW="7772400" imgH="10058400" progId="TCLayout.ActiveDocument.1">
                  <p:embed/>
                </p:oleObj>
              </mc:Choice>
              <mc:Fallback>
                <p:oleObj name="think-cell 幻灯片" r:id="rId17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8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720090"/>
            <a:ext cx="1869946" cy="454798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定量图表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93613C-B6FB-0B30-ADFE-097FE66D4DC5}"/>
              </a:ext>
            </a:extLst>
          </p:cNvPr>
          <p:cNvSpPr txBox="1"/>
          <p:nvPr/>
        </p:nvSpPr>
        <p:spPr>
          <a:xfrm>
            <a:off x="412750" y="1232038"/>
            <a:ext cx="3264406" cy="31101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组件比较（变化情况）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BF8CD93-2F93-2B0B-6899-3273628983A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412750" y="1722438"/>
            <a:ext cx="8312150" cy="596541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EC52A59-6D70-8344-F479-165944E22264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419100" y="1804988"/>
            <a:ext cx="831215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zh-CN" altLang="en-US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显示每个部分的大小占总数的百分比（</a:t>
            </a:r>
            <a:r>
              <a:rPr lang="en-US" altLang="zh-CN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100%</a:t>
            </a:r>
            <a:r>
              <a:rPr lang="zh-CN" altLang="en-US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）</a:t>
            </a:r>
            <a:endParaRPr lang="en-US" altLang="en-US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触发词</a:t>
            </a:r>
            <a:r>
              <a:rPr lang="en-US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: accounts for, breakdown, component, part, percentage, piece, segment, share, whole </a:t>
            </a:r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5B7AF5BF-8BCA-C57D-C793-34ED71E99F62}"/>
              </a:ext>
            </a:extLst>
          </p:cNvPr>
          <p:cNvSpPr/>
          <p:nvPr>
            <p:custDataLst>
              <p:tags r:id="rId4"/>
            </p:custDataLst>
          </p:nvPr>
        </p:nvSpPr>
        <p:spPr bwMode="gray">
          <a:xfrm>
            <a:off x="2419350" y="3965575"/>
            <a:ext cx="5861050" cy="2398713"/>
          </a:xfrm>
          <a:custGeom>
            <a:avLst/>
            <a:gdLst>
              <a:gd name="T0" fmla="*/ 208 w 3692"/>
              <a:gd name="T1" fmla="*/ 180 h 1511"/>
              <a:gd name="T2" fmla="*/ 1482 w 3692"/>
              <a:gd name="T3" fmla="*/ 0 h 1511"/>
              <a:gd name="T4" fmla="*/ 3692 w 3692"/>
              <a:gd name="T5" fmla="*/ 0 h 1511"/>
              <a:gd name="T6" fmla="*/ 3692 w 3692"/>
              <a:gd name="T7" fmla="*/ 1511 h 1511"/>
              <a:gd name="T8" fmla="*/ 1426 w 3692"/>
              <a:gd name="T9" fmla="*/ 1511 h 1511"/>
              <a:gd name="T10" fmla="*/ 0 w 3692"/>
              <a:gd name="T11" fmla="*/ 1256 h 1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692" h="1511">
                <a:moveTo>
                  <a:pt x="208" y="180"/>
                </a:moveTo>
                <a:lnTo>
                  <a:pt x="1482" y="0"/>
                </a:lnTo>
                <a:lnTo>
                  <a:pt x="3692" y="0"/>
                </a:lnTo>
                <a:lnTo>
                  <a:pt x="3692" y="1511"/>
                </a:lnTo>
                <a:lnTo>
                  <a:pt x="1426" y="1511"/>
                </a:lnTo>
                <a:lnTo>
                  <a:pt x="0" y="1256"/>
                </a:lnTo>
              </a:path>
            </a:pathLst>
          </a:custGeom>
          <a:noFill/>
          <a:ln w="28575" cmpd="sng">
            <a:solidFill>
              <a:schemeClr val="hlink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aphicFrame>
        <p:nvGraphicFramePr>
          <p:cNvPr id="48" name="Chart 3">
            <a:extLst>
              <a:ext uri="{FF2B5EF4-FFF2-40B4-BE49-F238E27FC236}">
                <a16:creationId xmlns:a16="http://schemas.microsoft.com/office/drawing/2014/main" id="{CAEF166E-3A94-5A47-3D77-47559DA32651}"/>
              </a:ext>
            </a:extLst>
          </p:cNvPr>
          <p:cNvGraphicFramePr/>
          <p:nvPr>
            <p:custDataLst>
              <p:tags r:id="rId5"/>
            </p:custDataLst>
            <p:extLst>
              <p:ext uri="{D42A27DB-BD31-4B8C-83A1-F6EECF244321}">
                <p14:modId xmlns:p14="http://schemas.microsoft.com/office/powerpoint/2010/main" val="1310260087"/>
              </p:ext>
            </p:extLst>
          </p:nvPr>
        </p:nvGraphicFramePr>
        <p:xfrm>
          <a:off x="1365250" y="3805238"/>
          <a:ext cx="2108200" cy="264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14" name="Rectangle 10">
            <a:extLst>
              <a:ext uri="{FF2B5EF4-FFF2-40B4-BE49-F238E27FC236}">
                <a16:creationId xmlns:a16="http://schemas.microsoft.com/office/drawing/2014/main" id="{47A75696-4F37-BB19-77B1-6741A7D03433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3425825" y="5291138"/>
            <a:ext cx="77628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102EA766-F86F-411B-9093-0451C014292D}" type="datetime'''''''''C''''''''''''om''pa''''''''n''''y'' 1'''''''''''''''''">
              <a:rPr lang="en-US" altLang="en-US" sz="1200" smtClean="0">
                <a:latin typeface="+mn-lt"/>
              </a:rPr>
              <a:pPr/>
              <a:t>Company 1</a:t>
            </a:fld>
            <a:endParaRPr lang="en-US" altLang="en-US" sz="1200">
              <a:latin typeface="+mn-lt"/>
            </a:endParaRP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8AF565E4-874E-A136-FC98-80A3B06DE8A4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673100" y="5434013"/>
            <a:ext cx="77628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17689B30-599F-4584-87E0-AC59762D58E0}" type="datetime'''Co''''''m''p''''''''''''a''n''y ''''''''''''2'''''''''">
              <a:rPr lang="en-US" altLang="en-US" sz="1200" smtClean="0">
                <a:latin typeface="+mn-lt"/>
              </a:rPr>
              <a:pPr algn="r"/>
              <a:t>Company 2</a:t>
            </a:fld>
            <a:endParaRPr lang="en-US" altLang="en-US" sz="1200">
              <a:latin typeface="+mn-lt"/>
            </a:endParaRPr>
          </a:p>
        </p:txBody>
      </p:sp>
      <p:sp>
        <p:nvSpPr>
          <p:cNvPr id="11" name="Rectangle 11">
            <a:extLst>
              <a:ext uri="{FF2B5EF4-FFF2-40B4-BE49-F238E27FC236}">
                <a16:creationId xmlns:a16="http://schemas.microsoft.com/office/drawing/2014/main" id="{8C84D24A-59A7-8C5F-8C27-423600BA4F2A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1100138" y="4102100"/>
            <a:ext cx="77628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6091DD71-8479-491E-8005-886FD73FF693}" type="datetime'C''o''''''''''mpa''''''''''''''''''''''''''''''''''''ny ''3'">
              <a:rPr lang="en-US" altLang="en-US" sz="1200" smtClean="0">
                <a:latin typeface="+mn-lt"/>
              </a:rPr>
              <a:pPr algn="r"/>
              <a:t>Company 3</a:t>
            </a:fld>
            <a:endParaRPr lang="en-US" altLang="en-US" sz="1200">
              <a:latin typeface="+mn-lt"/>
            </a:endParaRPr>
          </a:p>
        </p:txBody>
      </p:sp>
      <p:graphicFrame>
        <p:nvGraphicFramePr>
          <p:cNvPr id="47" name="Chart 3">
            <a:extLst>
              <a:ext uri="{FF2B5EF4-FFF2-40B4-BE49-F238E27FC236}">
                <a16:creationId xmlns:a16="http://schemas.microsoft.com/office/drawing/2014/main" id="{71008CDD-B42E-2AB3-8C34-8349E3883A5D}"/>
              </a:ext>
            </a:extLst>
          </p:cNvPr>
          <p:cNvGraphicFramePr/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2384850159"/>
              </p:ext>
            </p:extLst>
          </p:nvPr>
        </p:nvGraphicFramePr>
        <p:xfrm>
          <a:off x="5192713" y="4202113"/>
          <a:ext cx="1579562" cy="21621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0"/>
          </a:graphicData>
        </a:graphic>
      </p:graphicFrame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786F17CD-80B8-AD47-F626-50C70D5A57CA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5314950" y="4468813"/>
            <a:ext cx="203200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Rectangle 15">
            <a:extLst>
              <a:ext uri="{FF2B5EF4-FFF2-40B4-BE49-F238E27FC236}">
                <a16:creationId xmlns:a16="http://schemas.microsoft.com/office/drawing/2014/main" id="{A9781071-13DA-FF98-0B4C-91D5C9B08380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6518275" y="5640388"/>
            <a:ext cx="9112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3688BD40-19D0-4A6C-AD5D-06C0E14AE8AE}" type="datetime'''''''''''C''''''''''om''po''nent'''''''''' ''''''''''3'''''">
              <a:rPr lang="en-US" altLang="en-US" sz="1200" smtClean="0">
                <a:latin typeface="+mn-lt"/>
              </a:rPr>
              <a:pPr/>
              <a:t>Component 3</a:t>
            </a:fld>
            <a:endParaRPr lang="en-US" altLang="en-US" sz="1200">
              <a:latin typeface="+mn-lt"/>
            </a:endParaRPr>
          </a:p>
        </p:txBody>
      </p:sp>
      <p:sp>
        <p:nvSpPr>
          <p:cNvPr id="23" name="Rectangle 14">
            <a:extLst>
              <a:ext uri="{FF2B5EF4-FFF2-40B4-BE49-F238E27FC236}">
                <a16:creationId xmlns:a16="http://schemas.microsoft.com/office/drawing/2014/main" id="{72623E4F-97E5-E13F-F95C-96CC30B862EA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gray">
          <a:xfrm>
            <a:off x="6518275" y="4540250"/>
            <a:ext cx="9112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1B85F07-674C-4898-B50A-C8FBC6B5C2A3}" type="datetime'C''''''o''''m''''p''''''''o''''n''''''ent'' 1'''''''">
              <a:rPr lang="en-US" altLang="en-US" sz="1200" smtClean="0">
                <a:latin typeface="+mn-lt"/>
              </a:rPr>
              <a:pPr/>
              <a:t>Component 1</a:t>
            </a:fld>
            <a:endParaRPr lang="en-US" altLang="en-US" sz="1200">
              <a:latin typeface="+mn-lt"/>
            </a:endParaRPr>
          </a:p>
        </p:txBody>
      </p:sp>
      <p:sp>
        <p:nvSpPr>
          <p:cNvPr id="24" name="Rectangle 18">
            <a:extLst>
              <a:ext uri="{FF2B5EF4-FFF2-40B4-BE49-F238E27FC236}">
                <a16:creationId xmlns:a16="http://schemas.microsoft.com/office/drawing/2014/main" id="{3765F9D4-AC5B-1857-289B-0C01FA1C71A4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gray">
          <a:xfrm>
            <a:off x="5834063" y="4260850"/>
            <a:ext cx="29686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2225" tIns="0" rIns="22225" bIns="0" anchor="b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en-US" sz="1200"/>
              <a:t>100</a:t>
            </a:r>
          </a:p>
        </p:txBody>
      </p:sp>
      <p:sp>
        <p:nvSpPr>
          <p:cNvPr id="22" name="Rectangle 16">
            <a:extLst>
              <a:ext uri="{FF2B5EF4-FFF2-40B4-BE49-F238E27FC236}">
                <a16:creationId xmlns:a16="http://schemas.microsoft.com/office/drawing/2014/main" id="{9385B699-0B4E-D1E7-8FF7-97725DFA8A3A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gray">
          <a:xfrm>
            <a:off x="6518275" y="4987925"/>
            <a:ext cx="9112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C65E0E3-4CEA-4A29-8C69-7119E6DAA6FD}" type="datetime'C''''''''''''''o''''''''''''''''''m''''ponen''''t'' ''''''''2'">
              <a:rPr lang="en-US" altLang="en-US" sz="1200" smtClean="0">
                <a:latin typeface="+mn-lt"/>
              </a:rPr>
              <a:pPr/>
              <a:t>Component 2</a:t>
            </a:fld>
            <a:endParaRPr lang="en-US" altLang="en-US" sz="1200">
              <a:latin typeface="+mn-lt"/>
            </a:endParaRPr>
          </a:p>
        </p:txBody>
      </p:sp>
      <p:sp>
        <p:nvSpPr>
          <p:cNvPr id="20" name="Rectangle 17">
            <a:extLst>
              <a:ext uri="{FF2B5EF4-FFF2-40B4-BE49-F238E27FC236}">
                <a16:creationId xmlns:a16="http://schemas.microsoft.com/office/drawing/2014/main" id="{B9EF1CA4-BB16-EC02-8327-27149D78D36A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gray">
          <a:xfrm>
            <a:off x="4745038" y="4378325"/>
            <a:ext cx="519113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7DBFFD41-7C4A-48D0-AFFD-03E55FA5F4E5}" type="datetime'''''''''''''''''''''''''''1''0''0''''''''% ''''''='''''''''''">
              <a:rPr lang="en-US" altLang="en-US" sz="1200" smtClean="0">
                <a:latin typeface="+mn-lt"/>
              </a:rPr>
              <a:pPr/>
              <a:t>100% =</a:t>
            </a:fld>
            <a:endParaRPr lang="en-US" altLang="en-US" sz="1200">
              <a:latin typeface="+mn-lt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62B9D0F1-0C43-1CBB-D1CE-9BCD83BFE526}"/>
              </a:ext>
            </a:extLst>
          </p:cNvPr>
          <p:cNvSpPr txBox="1"/>
          <p:nvPr/>
        </p:nvSpPr>
        <p:spPr>
          <a:xfrm>
            <a:off x="960438" y="2537927"/>
            <a:ext cx="966787" cy="19594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组合饼柱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1417DE4B-85D9-61B8-EF28-79951016F3CE}"/>
              </a:ext>
            </a:extLst>
          </p:cNvPr>
          <p:cNvSpPr txBox="1"/>
          <p:nvPr/>
        </p:nvSpPr>
        <p:spPr>
          <a:xfrm>
            <a:off x="960437" y="2855167"/>
            <a:ext cx="7689041" cy="41987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4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显示一个整体的部分，强调单个饼的组成部分。</a:t>
            </a:r>
            <a:br>
              <a:rPr kumimoji="1" lang="zh-CN" altLang="en-US" sz="14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</a:br>
            <a:r>
              <a:rPr kumimoji="1" lang="zh-CN" altLang="en-US" sz="14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为了避免混淆，将一片饼分解成堆叠的柱状图，而不是另一个饼。饼图和柱状图都必须等于</a:t>
            </a:r>
            <a:r>
              <a:rPr kumimoji="1" lang="en-US" altLang="zh-CN" sz="14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100%</a:t>
            </a:r>
            <a:r>
              <a:rPr kumimoji="1" lang="zh-CN" altLang="en-US" sz="14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。</a:t>
            </a:r>
            <a:endParaRPr kumimoji="1" lang="en-US" altLang="zh-CN" sz="1400" dirty="0">
              <a:latin typeface="Source Han Serif CN Medium" panose="02020400000000000000" pitchFamily="18" charset="-128"/>
              <a:ea typeface="Source Han Serif CN Medium" panose="02020400000000000000" pitchFamily="18" charset="-128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400" dirty="0">
              <a:latin typeface="Source Han Serif CN Medium" panose="02020400000000000000" pitchFamily="18" charset="-128"/>
              <a:ea typeface="Source Han Serif CN Medium" panose="02020400000000000000" pitchFamily="18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65482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07355510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720090"/>
            <a:ext cx="1869946" cy="454798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定量图表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93613C-B6FB-0B30-ADFE-097FE66D4DC5}"/>
              </a:ext>
            </a:extLst>
          </p:cNvPr>
          <p:cNvSpPr txBox="1"/>
          <p:nvPr/>
        </p:nvSpPr>
        <p:spPr>
          <a:xfrm>
            <a:off x="412750" y="1232038"/>
            <a:ext cx="3264406" cy="31101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项目比较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BF8CD93-2F93-2B0B-6899-3273628983A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412750" y="1722438"/>
            <a:ext cx="8312150" cy="596541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EC52A59-6D70-8344-F479-165944E22264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419100" y="1804988"/>
            <a:ext cx="831215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zh-CN" altLang="en-US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显示项目的排名，通常排列为从高到低或从低到高</a:t>
            </a:r>
          </a:p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触发词</a:t>
            </a:r>
            <a:r>
              <a:rPr lang="en-US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: </a:t>
            </a:r>
            <a:r>
              <a:rPr lang="en-US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better/worse, equal to, fluctuating, larger than, rank, same size, smaller than, win/loss, worse</a:t>
            </a:r>
            <a:endParaRPr lang="en-US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CF46D6-AD62-BFCD-A7CA-44B5774D4117}"/>
              </a:ext>
            </a:extLst>
          </p:cNvPr>
          <p:cNvSpPr txBox="1"/>
          <p:nvPr/>
        </p:nvSpPr>
        <p:spPr>
          <a:xfrm>
            <a:off x="858416" y="2640563"/>
            <a:ext cx="1427584" cy="2705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横向柱状图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432B5D-4EDA-FC75-700B-77FB2DC1C6A8}"/>
              </a:ext>
            </a:extLst>
          </p:cNvPr>
          <p:cNvSpPr txBox="1"/>
          <p:nvPr/>
        </p:nvSpPr>
        <p:spPr>
          <a:xfrm>
            <a:off x="858416" y="3004457"/>
            <a:ext cx="3710409" cy="69046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显示了可比性项目的排名如何。如果适合你的信息，可以使用颜色或阴影来强调最重要的项目。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200" dirty="0">
              <a:latin typeface="Source Han Serif CN Medium" panose="02020400000000000000" pitchFamily="18" charset="-128"/>
              <a:ea typeface="Source Han Serif CN Medium" panose="02020400000000000000" pitchFamily="18" charset="-128"/>
            </a:endParaRPr>
          </a:p>
        </p:txBody>
      </p:sp>
      <p:graphicFrame>
        <p:nvGraphicFramePr>
          <p:cNvPr id="32" name="Chart 3">
            <a:extLst>
              <a:ext uri="{FF2B5EF4-FFF2-40B4-BE49-F238E27FC236}">
                <a16:creationId xmlns:a16="http://schemas.microsoft.com/office/drawing/2014/main" id="{43079AB5-195A-91E4-A12C-C40D36D11D3B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445756254"/>
              </p:ext>
            </p:extLst>
          </p:nvPr>
        </p:nvGraphicFramePr>
        <p:xfrm>
          <a:off x="1625600" y="3681413"/>
          <a:ext cx="2862263" cy="265906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19" name="Rectangle 13">
            <a:extLst>
              <a:ext uri="{FF2B5EF4-FFF2-40B4-BE49-F238E27FC236}">
                <a16:creationId xmlns:a16="http://schemas.microsoft.com/office/drawing/2014/main" id="{96032EAF-3632-333D-0081-65DF3E02B874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830263" y="4211638"/>
            <a:ext cx="77628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1DF1C541-9CA1-49A5-99EC-8A14D77BAD46}" type="datetime'''''''''C''''''o''''''m''''''''''''p''a''n''y'' ''''''''''1'">
              <a:rPr lang="en-US" altLang="en-US" sz="1200" smtClean="0">
                <a:latin typeface="+mn-lt"/>
              </a:rPr>
              <a:pPr algn="r"/>
              <a:t>Company 1</a:t>
            </a:fld>
            <a:endParaRPr lang="en-US" altLang="en-US" sz="1200">
              <a:latin typeface="+mn-lt"/>
            </a:endParaRPr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9113E4C7-75AA-B4D7-C2B3-6ADD440C148A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830263" y="4919663"/>
            <a:ext cx="77628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15582771-1BE8-47D8-AE26-EDF2D650634B}" type="datetime'C''''''''o''''m''''''p''''''''''''a''ny'''' 2'">
              <a:rPr lang="en-US" altLang="en-US" sz="1200" smtClean="0">
                <a:latin typeface="+mn-lt"/>
              </a:rPr>
              <a:pPr algn="r"/>
              <a:t>Company 2</a:t>
            </a:fld>
            <a:endParaRPr lang="en-US" altLang="en-US" sz="1200">
              <a:latin typeface="+mn-lt"/>
            </a:endParaRPr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2982A645-4AFD-FEC7-78B4-8833EF1DEE72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830263" y="5629275"/>
            <a:ext cx="77628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D8FF4571-E8E1-4748-8704-314271FEE836}" type="datetime'''''''''Com''''''''p''''''''''''any ''''''''''3'''''''''">
              <a:rPr lang="en-US" altLang="en-US" sz="1200" smtClean="0">
                <a:latin typeface="+mn-lt"/>
              </a:rPr>
              <a:pPr algn="r"/>
              <a:t>Company 3</a:t>
            </a:fld>
            <a:endParaRPr lang="en-US" altLang="en-US" sz="1200">
              <a:latin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EB7462A-CF82-73D8-93CC-C4C01523425B}"/>
              </a:ext>
            </a:extLst>
          </p:cNvPr>
          <p:cNvSpPr txBox="1"/>
          <p:nvPr/>
        </p:nvSpPr>
        <p:spPr>
          <a:xfrm>
            <a:off x="4892351" y="2643508"/>
            <a:ext cx="1427584" cy="2705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瀑布图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DB40092-F133-CD32-1599-7C927BB9FAFD}"/>
              </a:ext>
            </a:extLst>
          </p:cNvPr>
          <p:cNvSpPr txBox="1"/>
          <p:nvPr/>
        </p:nvSpPr>
        <p:spPr>
          <a:xfrm>
            <a:off x="4892351" y="3007402"/>
            <a:ext cx="3710409" cy="90419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显示项目如何从一个整体中相加或减去。</a:t>
            </a:r>
            <a:endParaRPr kumimoji="1" lang="en-US" altLang="zh-CN" sz="1200" dirty="0">
              <a:latin typeface="Source Han Serif CN Medium" panose="02020400000000000000" pitchFamily="18" charset="-128"/>
              <a:ea typeface="Source Han Serif CN Medium" panose="02020400000000000000" pitchFamily="18" charset="-128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注意：这个瀑布是一个混合的图表。它还被用作时间序列比较，显示项目如何随着时间的推移而增加或减少整体，并作为组件比较，显示项目如何添加到总数。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200" dirty="0">
              <a:latin typeface="Source Han Serif CN Medium" panose="02020400000000000000" pitchFamily="18" charset="-128"/>
              <a:ea typeface="Source Han Serif CN Medium" panose="02020400000000000000" pitchFamily="18" charset="-128"/>
            </a:endParaRPr>
          </a:p>
        </p:txBody>
      </p:sp>
      <p:sp>
        <p:nvSpPr>
          <p:cNvPr id="38" name="Line 4">
            <a:extLst>
              <a:ext uri="{FF2B5EF4-FFF2-40B4-BE49-F238E27FC236}">
                <a16:creationId xmlns:a16="http://schemas.microsoft.com/office/drawing/2014/main" id="{CFE1872E-0F78-4FDB-0782-5454B486535A}"/>
              </a:ext>
            </a:extLst>
          </p:cNvPr>
          <p:cNvSpPr>
            <a:spLocks noChangeShapeType="1"/>
          </p:cNvSpPr>
          <p:nvPr>
            <p:custDataLst>
              <p:tags r:id="rId8"/>
            </p:custDataLst>
          </p:nvPr>
        </p:nvSpPr>
        <p:spPr bwMode="gray">
          <a:xfrm>
            <a:off x="5527675" y="5080000"/>
            <a:ext cx="211138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7" name="Line 6">
            <a:extLst>
              <a:ext uri="{FF2B5EF4-FFF2-40B4-BE49-F238E27FC236}">
                <a16:creationId xmlns:a16="http://schemas.microsoft.com/office/drawing/2014/main" id="{35C0881C-E163-8E7D-42D6-61CE35F4A58B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gray">
          <a:xfrm>
            <a:off x="6270625" y="4335463"/>
            <a:ext cx="211138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6" name="Line 7">
            <a:extLst>
              <a:ext uri="{FF2B5EF4-FFF2-40B4-BE49-F238E27FC236}">
                <a16:creationId xmlns:a16="http://schemas.microsoft.com/office/drawing/2014/main" id="{619B3942-5001-E357-FF59-A361DF4E2D8E}"/>
              </a:ext>
            </a:extLst>
          </p:cNvPr>
          <p:cNvSpPr>
            <a:spLocks noChangeShapeType="1"/>
          </p:cNvSpPr>
          <p:nvPr>
            <p:custDataLst>
              <p:tags r:id="rId10"/>
            </p:custDataLst>
          </p:nvPr>
        </p:nvSpPr>
        <p:spPr bwMode="gray">
          <a:xfrm>
            <a:off x="7011988" y="4832350"/>
            <a:ext cx="211138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35" name="Line 5">
            <a:extLst>
              <a:ext uri="{FF2B5EF4-FFF2-40B4-BE49-F238E27FC236}">
                <a16:creationId xmlns:a16="http://schemas.microsoft.com/office/drawing/2014/main" id="{5C86E4C6-9577-2949-E7D2-F7DE11F2528E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gray">
          <a:xfrm>
            <a:off x="7754938" y="4086225"/>
            <a:ext cx="211138" cy="0"/>
          </a:xfrm>
          <a:prstGeom prst="line">
            <a:avLst/>
          </a:prstGeom>
          <a:noFill/>
          <a:ln w="3175">
            <a:solidFill>
              <a:schemeClr val="tx1"/>
            </a:solidFill>
            <a:prstDash val="lgDash"/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48" name="Chart 3">
            <a:extLst>
              <a:ext uri="{FF2B5EF4-FFF2-40B4-BE49-F238E27FC236}">
                <a16:creationId xmlns:a16="http://schemas.microsoft.com/office/drawing/2014/main" id="{EA4E1035-0FE1-14BD-DE09-4DEFDDEB86D6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754873886"/>
              </p:ext>
            </p:extLst>
          </p:nvPr>
        </p:nvGraphicFramePr>
        <p:xfrm>
          <a:off x="4810125" y="3703638"/>
          <a:ext cx="3875088" cy="26368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</p:spTree>
    <p:extLst>
      <p:ext uri="{BB962C8B-B14F-4D97-AF65-F5344CB8AC3E}">
        <p14:creationId xmlns:p14="http://schemas.microsoft.com/office/powerpoint/2010/main" val="31518611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68159421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FB06FBED-86BC-716F-13C1-C76ECBD7DB5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5600" y="1706563"/>
            <a:ext cx="8432800" cy="4743450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720090"/>
            <a:ext cx="1869946" cy="454798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示例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53ADB8-30E6-3402-6BF3-B09EB87325B9}"/>
              </a:ext>
            </a:extLst>
          </p:cNvPr>
          <p:cNvSpPr/>
          <p:nvPr/>
        </p:nvSpPr>
        <p:spPr>
          <a:xfrm>
            <a:off x="3545633" y="2733869"/>
            <a:ext cx="5094514" cy="3405279"/>
          </a:xfrm>
          <a:prstGeom prst="rect">
            <a:avLst/>
          </a:prstGeom>
          <a:noFill/>
          <a:ln w="19050" cap="sq">
            <a:solidFill>
              <a:srgbClr val="C0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4F4726-541A-7CD6-5506-782902860827}"/>
              </a:ext>
            </a:extLst>
          </p:cNvPr>
          <p:cNvSpPr txBox="1"/>
          <p:nvPr/>
        </p:nvSpPr>
        <p:spPr>
          <a:xfrm>
            <a:off x="2382431" y="1374793"/>
            <a:ext cx="4665307" cy="32221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红框所示，瀑布图在实际案例中的应用</a:t>
            </a:r>
          </a:p>
        </p:txBody>
      </p:sp>
    </p:spTree>
    <p:extLst>
      <p:ext uri="{BB962C8B-B14F-4D97-AF65-F5344CB8AC3E}">
        <p14:creationId xmlns:p14="http://schemas.microsoft.com/office/powerpoint/2010/main" val="20414645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86187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A1CB7525-CAA8-9809-9E6E-03EEBCF0382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054" y="1838325"/>
            <a:ext cx="8308846" cy="46737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720090"/>
            <a:ext cx="1869946" cy="454798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示例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53ADB8-30E6-3402-6BF3-B09EB87325B9}"/>
              </a:ext>
            </a:extLst>
          </p:cNvPr>
          <p:cNvSpPr/>
          <p:nvPr/>
        </p:nvSpPr>
        <p:spPr>
          <a:xfrm>
            <a:off x="412751" y="3322966"/>
            <a:ext cx="4954778" cy="2814944"/>
          </a:xfrm>
          <a:prstGeom prst="rect">
            <a:avLst/>
          </a:prstGeom>
          <a:noFill/>
          <a:ln w="19050" cap="sq">
            <a:solidFill>
              <a:srgbClr val="C0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4F4726-541A-7CD6-5506-782902860827}"/>
              </a:ext>
            </a:extLst>
          </p:cNvPr>
          <p:cNvSpPr txBox="1"/>
          <p:nvPr/>
        </p:nvSpPr>
        <p:spPr>
          <a:xfrm>
            <a:off x="2382431" y="1374793"/>
            <a:ext cx="4665307" cy="32221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红框所示，横向柱状图在实际案例中的应用</a:t>
            </a:r>
          </a:p>
        </p:txBody>
      </p:sp>
    </p:spTree>
    <p:extLst>
      <p:ext uri="{BB962C8B-B14F-4D97-AF65-F5344CB8AC3E}">
        <p14:creationId xmlns:p14="http://schemas.microsoft.com/office/powerpoint/2010/main" val="1247425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83016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6" imgW="7772400" imgH="10058400" progId="TCLayout.ActiveDocument.1">
                  <p:embed/>
                </p:oleObj>
              </mc:Choice>
              <mc:Fallback>
                <p:oleObj name="think-cell 幻灯片" r:id="rId16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720090"/>
            <a:ext cx="1869946" cy="454798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定量图表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93613C-B6FB-0B30-ADFE-097FE66D4DC5}"/>
              </a:ext>
            </a:extLst>
          </p:cNvPr>
          <p:cNvSpPr txBox="1"/>
          <p:nvPr/>
        </p:nvSpPr>
        <p:spPr>
          <a:xfrm>
            <a:off x="412750" y="1232038"/>
            <a:ext cx="3264406" cy="31101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项目比较（变更）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BF8CD93-2F93-2B0B-6899-3273628983A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412750" y="1722438"/>
            <a:ext cx="8312150" cy="596541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EC52A59-6D70-8344-F479-165944E22264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419100" y="1804988"/>
            <a:ext cx="831215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zh-CN" altLang="en-US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显示项目的排名，通常排列为从高到低或从低到高</a:t>
            </a:r>
          </a:p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触发词</a:t>
            </a:r>
            <a:r>
              <a:rPr lang="en-US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: </a:t>
            </a:r>
            <a:r>
              <a:rPr lang="en-US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better/worse, equal to, fluctuating, larger than, rank, same size, smaller than, win/loss, worse</a:t>
            </a:r>
            <a:endParaRPr lang="en-US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CF46D6-AD62-BFCD-A7CA-44B5774D4117}"/>
              </a:ext>
            </a:extLst>
          </p:cNvPr>
          <p:cNvSpPr txBox="1"/>
          <p:nvPr/>
        </p:nvSpPr>
        <p:spPr>
          <a:xfrm>
            <a:off x="858416" y="2640563"/>
            <a:ext cx="1427584" cy="2705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偏差图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432B5D-4EDA-FC75-700B-77FB2DC1C6A8}"/>
              </a:ext>
            </a:extLst>
          </p:cNvPr>
          <p:cNvSpPr txBox="1"/>
          <p:nvPr/>
        </p:nvSpPr>
        <p:spPr>
          <a:xfrm>
            <a:off x="858417" y="3004458"/>
            <a:ext cx="1427584" cy="22827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区分赢家和输家。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200" dirty="0">
              <a:latin typeface="Source Han Serif CN Medium" panose="02020400000000000000" pitchFamily="18" charset="-128"/>
              <a:ea typeface="Source Han Serif CN Medium" panose="02020400000000000000" pitchFamily="18" charset="-128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EB7462A-CF82-73D8-93CC-C4C01523425B}"/>
              </a:ext>
            </a:extLst>
          </p:cNvPr>
          <p:cNvSpPr txBox="1"/>
          <p:nvPr/>
        </p:nvSpPr>
        <p:spPr>
          <a:xfrm>
            <a:off x="4892351" y="2643508"/>
            <a:ext cx="1589412" cy="2705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横向堆叠柱状图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DB40092-F133-CD32-1599-7C927BB9FAFD}"/>
              </a:ext>
            </a:extLst>
          </p:cNvPr>
          <p:cNvSpPr txBox="1"/>
          <p:nvPr/>
        </p:nvSpPr>
        <p:spPr>
          <a:xfrm>
            <a:off x="4892351" y="3007402"/>
            <a:ext cx="3710409" cy="2705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对多个项目进行排序，并显示每个项目的组件。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200" dirty="0">
              <a:latin typeface="Source Han Serif CN Medium" panose="02020400000000000000" pitchFamily="18" charset="-128"/>
              <a:ea typeface="Source Han Serif CN Medium" panose="02020400000000000000" pitchFamily="18" charset="-128"/>
            </a:endParaRPr>
          </a:p>
        </p:txBody>
      </p:sp>
      <p:graphicFrame>
        <p:nvGraphicFramePr>
          <p:cNvPr id="22" name="Chart 3">
            <a:extLst>
              <a:ext uri="{FF2B5EF4-FFF2-40B4-BE49-F238E27FC236}">
                <a16:creationId xmlns:a16="http://schemas.microsoft.com/office/drawing/2014/main" id="{8365F163-1457-ED22-5AB6-FD967BDAB614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2938193135"/>
              </p:ext>
            </p:extLst>
          </p:nvPr>
        </p:nvGraphicFramePr>
        <p:xfrm>
          <a:off x="1458913" y="3317875"/>
          <a:ext cx="2655887" cy="286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2" name="Rectangle 7">
            <a:extLst>
              <a:ext uri="{FF2B5EF4-FFF2-40B4-BE49-F238E27FC236}">
                <a16:creationId xmlns:a16="http://schemas.microsoft.com/office/drawing/2014/main" id="{FBD94967-9807-DC37-C881-742F47837039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803275" y="3881438"/>
            <a:ext cx="5588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4E83C850-E419-40FD-AE5F-D0E4E257787B}" type="datetime'''''''''F''a''''ctor'''' ''''''''''''1'''''''''''''">
              <a:rPr lang="en-US" altLang="en-US" sz="1200" smtClean="0">
                <a:latin typeface="+mn-lt"/>
              </a:rPr>
              <a:pPr algn="r"/>
              <a:t>Factor 1</a:t>
            </a:fld>
            <a:endParaRPr lang="en-US" altLang="en-US" sz="1200">
              <a:latin typeface="+mn-lt"/>
            </a:endParaRP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6579D7F2-D1E1-36D9-C058-7404B8521A8C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803275" y="4659313"/>
            <a:ext cx="5588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D389F7B0-14BD-49AA-8B20-26C3C077CA6D}" type="datetime'''''''F''''''''''''''a''''c''''t''''''''or ''''2'''''">
              <a:rPr lang="en-US" altLang="en-US" sz="1200" smtClean="0">
                <a:latin typeface="+mn-lt"/>
              </a:rPr>
              <a:pPr algn="r"/>
              <a:t>Factor 2</a:t>
            </a:fld>
            <a:endParaRPr lang="en-US" altLang="en-US" sz="1200">
              <a:latin typeface="+mn-lt"/>
            </a:endParaRP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017D749A-48D6-B0B8-F41E-A28EA9A78DA3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803275" y="5435600"/>
            <a:ext cx="5588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461D08E5-66AA-46E9-891E-8AEB283A4DD9}" type="datetime'''''''''''''Fa''c''''''''t''''or'''''''' ''''3'''''''''''''''">
              <a:rPr lang="en-US" altLang="en-US" sz="1200" smtClean="0">
                <a:latin typeface="+mn-lt"/>
              </a:rPr>
              <a:pPr algn="r"/>
              <a:t>Factor 3</a:t>
            </a:fld>
            <a:endParaRPr lang="en-US" altLang="en-US" sz="1200">
              <a:latin typeface="+mn-lt"/>
            </a:endParaRPr>
          </a:p>
        </p:txBody>
      </p:sp>
      <p:graphicFrame>
        <p:nvGraphicFramePr>
          <p:cNvPr id="47" name="Chart 3">
            <a:extLst>
              <a:ext uri="{FF2B5EF4-FFF2-40B4-BE49-F238E27FC236}">
                <a16:creationId xmlns:a16="http://schemas.microsoft.com/office/drawing/2014/main" id="{CB1681D9-69F2-D050-3B04-9BFADD5927C6}"/>
              </a:ext>
            </a:extLst>
          </p:cNvPr>
          <p:cNvGraphicFramePr/>
          <p:nvPr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3796389731"/>
              </p:ext>
            </p:extLst>
          </p:nvPr>
        </p:nvGraphicFramePr>
        <p:xfrm>
          <a:off x="5468938" y="3317875"/>
          <a:ext cx="3057525" cy="28638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25" name="Rectangle 23">
            <a:extLst>
              <a:ext uri="{FF2B5EF4-FFF2-40B4-BE49-F238E27FC236}">
                <a16:creationId xmlns:a16="http://schemas.microsoft.com/office/drawing/2014/main" id="{2FCA14B9-583E-DB3F-1D67-F354D34ED4FF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4891088" y="4659313"/>
            <a:ext cx="5588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A5321FD2-F95A-4FE9-ADDA-ACCCAA5B4DF7}" type="datetime'''''''Fa''''''''c''''''t''''''''''o''''''''''r'''' 2'''''''''">
              <a:rPr lang="en-US" altLang="en-US" sz="1200" smtClean="0">
                <a:latin typeface="+mn-lt"/>
              </a:rPr>
              <a:pPr algn="r"/>
              <a:t>Factor 2</a:t>
            </a:fld>
            <a:endParaRPr lang="en-US" altLang="en-US" sz="1200">
              <a:latin typeface="+mn-lt"/>
            </a:endParaRPr>
          </a:p>
        </p:txBody>
      </p:sp>
      <p:sp>
        <p:nvSpPr>
          <p:cNvPr id="41" name="Rectangle 20">
            <a:extLst>
              <a:ext uri="{FF2B5EF4-FFF2-40B4-BE49-F238E27FC236}">
                <a16:creationId xmlns:a16="http://schemas.microsoft.com/office/drawing/2014/main" id="{E081F18D-A7D3-1054-EE4F-FA9798960651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4891088" y="5435600"/>
            <a:ext cx="5588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9E1BAAA4-B420-4DE9-9D9F-5EEFD90C667D}" type="datetime'''''''Fac''t''''o''r'''''''''''''''' ''''3'''''''''''">
              <a:rPr lang="en-US" altLang="en-US" sz="1200" smtClean="0">
                <a:latin typeface="+mn-lt"/>
              </a:rPr>
              <a:pPr algn="r"/>
              <a:t>Factor 3</a:t>
            </a:fld>
            <a:endParaRPr lang="en-US" altLang="en-US" sz="1200">
              <a:latin typeface="+mn-lt"/>
            </a:endParaRPr>
          </a:p>
        </p:txBody>
      </p:sp>
      <p:sp>
        <p:nvSpPr>
          <p:cNvPr id="29" name="Rectangle 17">
            <a:extLst>
              <a:ext uri="{FF2B5EF4-FFF2-40B4-BE49-F238E27FC236}">
                <a16:creationId xmlns:a16="http://schemas.microsoft.com/office/drawing/2014/main" id="{DD5F4FA8-64B5-DA4C-D448-B74DDCC893BA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4891088" y="3881438"/>
            <a:ext cx="5588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r"/>
            <a:fld id="{73554040-20C8-42E8-B374-E9F3E93ADE03}" type="datetime'''''F''a''''''''''''ct''''''''''''''''''''o''''''''r'' 1'''">
              <a:rPr lang="en-US" altLang="en-US" sz="1200" smtClean="0">
                <a:latin typeface="+mn-lt"/>
              </a:rPr>
              <a:pPr algn="r"/>
              <a:t>Factor 1</a:t>
            </a:fld>
            <a:endParaRPr lang="en-US" altLang="en-US" sz="1200">
              <a:latin typeface="+mn-lt"/>
            </a:endParaRPr>
          </a:p>
        </p:txBody>
      </p:sp>
      <p:sp>
        <p:nvSpPr>
          <p:cNvPr id="26" name="Rectangle 24">
            <a:extLst>
              <a:ext uri="{FF2B5EF4-FFF2-40B4-BE49-F238E27FC236}">
                <a16:creationId xmlns:a16="http://schemas.microsoft.com/office/drawing/2014/main" id="{9F833A1D-9F98-6017-030F-D6170629860D}"/>
              </a:ext>
            </a:extLst>
          </p:cNvPr>
          <p:cNvSpPr>
            <a:spLocks noChangeArrowheads="1"/>
          </p:cNvSpPr>
          <p:nvPr>
            <p:custDataLst>
              <p:tags r:id="rId12"/>
            </p:custDataLst>
          </p:nvPr>
        </p:nvSpPr>
        <p:spPr bwMode="gray">
          <a:xfrm>
            <a:off x="7508875" y="4659313"/>
            <a:ext cx="2127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2225" tIns="0" rIns="22225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6C1320A-A913-42F5-B007-671F27F9B14F}" type="datetime'''''''''''''''''''''3''1'''''''''''">
              <a:rPr lang="zh-CN" altLang="en-US" sz="1200" smtClean="0">
                <a:latin typeface="+mn-lt"/>
              </a:rPr>
              <a:pPr/>
              <a:t>31</a:t>
            </a:fld>
            <a:endParaRPr lang="en-US" altLang="en-US" sz="1200">
              <a:latin typeface="+mn-lt"/>
            </a:endParaRPr>
          </a:p>
        </p:txBody>
      </p:sp>
      <p:sp>
        <p:nvSpPr>
          <p:cNvPr id="40" name="Rectangle 21">
            <a:extLst>
              <a:ext uri="{FF2B5EF4-FFF2-40B4-BE49-F238E27FC236}">
                <a16:creationId xmlns:a16="http://schemas.microsoft.com/office/drawing/2014/main" id="{36421AD5-5B9E-0359-5640-574FE195DC99}"/>
              </a:ext>
            </a:extLst>
          </p:cNvPr>
          <p:cNvSpPr>
            <a:spLocks noChangeArrowheads="1"/>
          </p:cNvSpPr>
          <p:nvPr>
            <p:custDataLst>
              <p:tags r:id="rId13"/>
            </p:custDataLst>
          </p:nvPr>
        </p:nvSpPr>
        <p:spPr bwMode="gray">
          <a:xfrm>
            <a:off x="8469313" y="5435600"/>
            <a:ext cx="2127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2225" tIns="0" rIns="22225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94D58A96-A3E7-4F5A-951E-12FA3BD55066}" type="datetime'4''''''''''''''''''''''''''''6'''''''''">
              <a:rPr lang="zh-CN" altLang="en-US" sz="1200" smtClean="0">
                <a:latin typeface="+mn-lt"/>
              </a:rPr>
              <a:pPr/>
              <a:t>46</a:t>
            </a:fld>
            <a:endParaRPr lang="en-US" altLang="en-US" sz="1200">
              <a:latin typeface="+mn-lt"/>
            </a:endParaRPr>
          </a:p>
        </p:txBody>
      </p:sp>
      <p:sp>
        <p:nvSpPr>
          <p:cNvPr id="30" name="Rectangle 18">
            <a:extLst>
              <a:ext uri="{FF2B5EF4-FFF2-40B4-BE49-F238E27FC236}">
                <a16:creationId xmlns:a16="http://schemas.microsoft.com/office/drawing/2014/main" id="{4F76D388-9285-CC6C-FF71-27CBFC17101D}"/>
              </a:ext>
            </a:extLst>
          </p:cNvPr>
          <p:cNvSpPr>
            <a:spLocks noChangeArrowheads="1"/>
          </p:cNvSpPr>
          <p:nvPr>
            <p:custDataLst>
              <p:tags r:id="rId14"/>
            </p:custDataLst>
          </p:nvPr>
        </p:nvSpPr>
        <p:spPr bwMode="gray">
          <a:xfrm>
            <a:off x="6916738" y="3881438"/>
            <a:ext cx="2127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2225" tIns="0" rIns="22225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6E86B73D-29E9-4CF3-9861-7FFFE2B7E13B}" type="datetime'''''''''''''''''''2''''''2'''''''''''''''''''''''''''''''">
              <a:rPr lang="zh-CN" altLang="en-US" sz="1200" smtClean="0">
                <a:latin typeface="+mn-lt"/>
              </a:rPr>
              <a:pPr/>
              <a:t>22</a:t>
            </a:fld>
            <a:endParaRPr lang="en-US" altLang="en-US" sz="12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830672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19407335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图片 6">
            <a:extLst>
              <a:ext uri="{FF2B5EF4-FFF2-40B4-BE49-F238E27FC236}">
                <a16:creationId xmlns:a16="http://schemas.microsoft.com/office/drawing/2014/main" id="{5E6F61DF-5F18-BA49-6149-B08003D5751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258" y="1697008"/>
            <a:ext cx="8463642" cy="476079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720090"/>
            <a:ext cx="1869946" cy="454798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示例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53ADB8-30E6-3402-6BF3-B09EB87325B9}"/>
              </a:ext>
            </a:extLst>
          </p:cNvPr>
          <p:cNvSpPr/>
          <p:nvPr/>
        </p:nvSpPr>
        <p:spPr>
          <a:xfrm>
            <a:off x="402796" y="3181648"/>
            <a:ext cx="5391514" cy="2956261"/>
          </a:xfrm>
          <a:prstGeom prst="rect">
            <a:avLst/>
          </a:prstGeom>
          <a:noFill/>
          <a:ln w="19050" cap="sq">
            <a:solidFill>
              <a:srgbClr val="C0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4F4726-541A-7CD6-5506-782902860827}"/>
              </a:ext>
            </a:extLst>
          </p:cNvPr>
          <p:cNvSpPr txBox="1"/>
          <p:nvPr/>
        </p:nvSpPr>
        <p:spPr>
          <a:xfrm>
            <a:off x="2382431" y="1374793"/>
            <a:ext cx="4665307" cy="32221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红框所示，偏差图在实际案例中的应用</a:t>
            </a:r>
          </a:p>
        </p:txBody>
      </p:sp>
    </p:spTree>
    <p:extLst>
      <p:ext uri="{BB962C8B-B14F-4D97-AF65-F5344CB8AC3E}">
        <p14:creationId xmlns:p14="http://schemas.microsoft.com/office/powerpoint/2010/main" val="27727492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5858156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8" imgW="7772400" imgH="10058400" progId="TCLayout.ActiveDocument.1">
                  <p:embed/>
                </p:oleObj>
              </mc:Choice>
              <mc:Fallback>
                <p:oleObj name="think-cell 幻灯片" r:id="rId28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720090"/>
            <a:ext cx="1869946" cy="454798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定量图表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93613C-B6FB-0B30-ADFE-097FE66D4DC5}"/>
              </a:ext>
            </a:extLst>
          </p:cNvPr>
          <p:cNvSpPr txBox="1"/>
          <p:nvPr/>
        </p:nvSpPr>
        <p:spPr>
          <a:xfrm>
            <a:off x="412750" y="1232038"/>
            <a:ext cx="3264406" cy="31101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时间序列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BF8CD93-2F93-2B0B-6899-3273628983A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412750" y="1722438"/>
            <a:ext cx="8312150" cy="84348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EC52A59-6D70-8344-F479-165944E22264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419100" y="1805624"/>
            <a:ext cx="8312150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zh-CN" altLang="en-US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显示关系如何随时间变化</a:t>
            </a:r>
            <a:endParaRPr lang="en-US" altLang="zh-CN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  <a:p>
            <a:pPr algn="ctr"/>
            <a:r>
              <a:rPr lang="zh-CN" altLang="en-US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无论是每周、每月、每季度或每年的趋势是增加、减少、波动还是保持不变</a:t>
            </a:r>
          </a:p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触发词</a:t>
            </a:r>
            <a:r>
              <a:rPr lang="en-US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</a:t>
            </a:r>
            <a:r>
              <a:rPr lang="en-US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change, decline, decrease, fluctuate, grow, increase, progression, recession, rise, stagnant, timeline</a:t>
            </a:r>
            <a:r>
              <a:rPr lang="en-US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CF46D6-AD62-BFCD-A7CA-44B5774D4117}"/>
              </a:ext>
            </a:extLst>
          </p:cNvPr>
          <p:cNvSpPr txBox="1"/>
          <p:nvPr/>
        </p:nvSpPr>
        <p:spPr>
          <a:xfrm>
            <a:off x="743341" y="2806528"/>
            <a:ext cx="1427584" cy="2705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柱状图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432B5D-4EDA-FC75-700B-77FB2DC1C6A8}"/>
              </a:ext>
            </a:extLst>
          </p:cNvPr>
          <p:cNvSpPr txBox="1"/>
          <p:nvPr/>
        </p:nvSpPr>
        <p:spPr>
          <a:xfrm>
            <a:off x="743341" y="3151262"/>
            <a:ext cx="3592285" cy="609434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显示随时间的变化，重点是特定的时间周期和变化的幅度。使用柱状图来比较几个时间点（≤</a:t>
            </a:r>
            <a:r>
              <a:rPr kumimoji="1" lang="en-US" altLang="zh-CN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6</a:t>
            </a:r>
            <a:r>
              <a:rPr kumimoji="1"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）。如果适合您的信息，请使用颜色或阴影来强调最重要的列。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200" dirty="0">
              <a:latin typeface="Source Han Serif CN Medium" panose="02020400000000000000" pitchFamily="18" charset="-128"/>
              <a:ea typeface="Source Han Serif CN Medium" panose="02020400000000000000" pitchFamily="18" charset="-128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EB7462A-CF82-73D8-93CC-C4C01523425B}"/>
              </a:ext>
            </a:extLst>
          </p:cNvPr>
          <p:cNvSpPr txBox="1"/>
          <p:nvPr/>
        </p:nvSpPr>
        <p:spPr>
          <a:xfrm>
            <a:off x="4808375" y="2800903"/>
            <a:ext cx="1589412" cy="2705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折线图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DB40092-F133-CD32-1599-7C927BB9FAFD}"/>
              </a:ext>
            </a:extLst>
          </p:cNvPr>
          <p:cNvSpPr txBox="1"/>
          <p:nvPr/>
        </p:nvSpPr>
        <p:spPr>
          <a:xfrm>
            <a:off x="4808375" y="3164797"/>
            <a:ext cx="3710409" cy="73378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显示随时间的变化，强调运动的模式。使用折线图来显示由许多数据点建立的趋势（</a:t>
            </a:r>
            <a:r>
              <a:rPr kumimoji="1" lang="en-US" altLang="zh-CN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&gt;6</a:t>
            </a:r>
            <a:r>
              <a:rPr kumimoji="1"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）。将行数限制为</a:t>
            </a:r>
            <a:r>
              <a:rPr kumimoji="1" lang="en-US" altLang="zh-CN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4</a:t>
            </a:r>
            <a:r>
              <a:rPr kumimoji="1"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行或</a:t>
            </a:r>
            <a:r>
              <a:rPr kumimoji="1" lang="en-US" altLang="zh-CN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5</a:t>
            </a:r>
            <a:r>
              <a:rPr kumimoji="1"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行，并使用粗体或颜色来强调最重要的行。不同的模式，使多行易于区分。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200" dirty="0">
              <a:latin typeface="Source Han Serif CN Medium" panose="02020400000000000000" pitchFamily="18" charset="-128"/>
              <a:ea typeface="Source Han Serif CN Medium" panose="02020400000000000000" pitchFamily="18" charset="-128"/>
            </a:endParaRPr>
          </a:p>
        </p:txBody>
      </p:sp>
      <p:graphicFrame>
        <p:nvGraphicFramePr>
          <p:cNvPr id="62" name="Chart 3">
            <a:extLst>
              <a:ext uri="{FF2B5EF4-FFF2-40B4-BE49-F238E27FC236}">
                <a16:creationId xmlns:a16="http://schemas.microsoft.com/office/drawing/2014/main" id="{AED27DCA-7BB2-21A0-EE30-B542BF414AC3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1100916144"/>
              </p:ext>
            </p:extLst>
          </p:nvPr>
        </p:nvGraphicFramePr>
        <p:xfrm>
          <a:off x="590550" y="4043363"/>
          <a:ext cx="3943350" cy="23050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sp>
        <p:nvSpPr>
          <p:cNvPr id="19" name="Rectangle 9">
            <a:extLst>
              <a:ext uri="{FF2B5EF4-FFF2-40B4-BE49-F238E27FC236}">
                <a16:creationId xmlns:a16="http://schemas.microsoft.com/office/drawing/2014/main" id="{8B10C1D2-75CA-44D6-17F9-8F79C2063087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922338" y="6132513"/>
            <a:ext cx="2571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fld id="{BBD1B0A2-0709-4757-AD3F-211647D02016}" type="datetime'''''J''''''''a''''''''''''''''''''''''''''n'''''''">
              <a:rPr lang="en-US" altLang="en-US" sz="1200" smtClean="0">
                <a:latin typeface="+mn-lt"/>
              </a:rPr>
              <a:pPr/>
              <a:t>Jan</a:t>
            </a:fld>
            <a:endParaRPr lang="en-US" altLang="en-US" sz="1200">
              <a:latin typeface="+mn-lt"/>
            </a:endParaRPr>
          </a:p>
        </p:txBody>
      </p:sp>
      <p:sp>
        <p:nvSpPr>
          <p:cNvPr id="18" name="Rectangle 8">
            <a:extLst>
              <a:ext uri="{FF2B5EF4-FFF2-40B4-BE49-F238E27FC236}">
                <a16:creationId xmlns:a16="http://schemas.microsoft.com/office/drawing/2014/main" id="{DDAAA5AE-B8DD-A4B7-DC09-55F31A587A40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1670049" y="6132513"/>
            <a:ext cx="2746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fld id="{868038A0-CD51-4DB9-B2B9-BA46C63E2567}" type="datetime'F''''''''e''''''b'''''''''''''''''''''''''''''">
              <a:rPr lang="en-US" altLang="en-US" sz="1200" smtClean="0">
                <a:latin typeface="+mn-lt"/>
              </a:rPr>
              <a:pPr/>
              <a:t>Feb</a:t>
            </a:fld>
            <a:endParaRPr lang="en-US" altLang="en-US" sz="1200">
              <a:latin typeface="+mn-lt"/>
            </a:endParaRPr>
          </a:p>
        </p:txBody>
      </p:sp>
      <p:sp>
        <p:nvSpPr>
          <p:cNvPr id="17" name="Rectangle 7">
            <a:extLst>
              <a:ext uri="{FF2B5EF4-FFF2-40B4-BE49-F238E27FC236}">
                <a16:creationId xmlns:a16="http://schemas.microsoft.com/office/drawing/2014/main" id="{7770FF16-1B27-F8C3-9598-D67DF05B4B84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2425700" y="6132513"/>
            <a:ext cx="2746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fld id="{EE2F4620-F8ED-4ED1-9B86-0E3CD88442A0}" type="datetime'''M''''''''''''''''''''''''''''''''''''ar'">
              <a:rPr lang="en-US" altLang="en-US" sz="1200" smtClean="0">
                <a:latin typeface="+mn-lt"/>
              </a:rPr>
              <a:pPr/>
              <a:t>Mar</a:t>
            </a:fld>
            <a:endParaRPr lang="en-US" altLang="en-US" sz="1200">
              <a:latin typeface="+mn-lt"/>
            </a:endParaRPr>
          </a:p>
        </p:txBody>
      </p:sp>
      <p:sp>
        <p:nvSpPr>
          <p:cNvPr id="16" name="Rectangle 6">
            <a:extLst>
              <a:ext uri="{FF2B5EF4-FFF2-40B4-BE49-F238E27FC236}">
                <a16:creationId xmlns:a16="http://schemas.microsoft.com/office/drawing/2014/main" id="{14017E99-993E-E7C6-0B03-5CF34B2C29B3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3194049" y="6132513"/>
            <a:ext cx="2492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fld id="{885DE9DF-BF1B-4A67-9576-15C2FD1C1CCC}" type="datetime'''''''''''''''''''''''''''''''A''''''''''''p''''''''''r'''">
              <a:rPr lang="en-US" altLang="en-US" sz="1200" smtClean="0">
                <a:latin typeface="+mn-lt"/>
              </a:rPr>
              <a:pPr/>
              <a:t>Apr</a:t>
            </a:fld>
            <a:endParaRPr lang="en-US" altLang="en-US" sz="1200">
              <a:latin typeface="+mn-lt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A980DA53-EE0F-A848-1352-7B57B8B4F4D9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3924300" y="6132513"/>
            <a:ext cx="3000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fld id="{BE15E9E7-607C-490E-A270-58E371914DE4}" type="datetime'''M''a''''''''''''''''''''''''''''''''''''''''''''''''''y'''">
              <a:rPr lang="en-US" altLang="en-US" sz="1200" smtClean="0">
                <a:latin typeface="+mn-lt"/>
              </a:rPr>
              <a:pPr/>
              <a:t>May</a:t>
            </a:fld>
            <a:endParaRPr lang="en-US" altLang="en-US" sz="1200">
              <a:latin typeface="+mn-lt"/>
            </a:endParaRPr>
          </a:p>
        </p:txBody>
      </p:sp>
      <p:graphicFrame>
        <p:nvGraphicFramePr>
          <p:cNvPr id="68" name="Chart 3">
            <a:extLst>
              <a:ext uri="{FF2B5EF4-FFF2-40B4-BE49-F238E27FC236}">
                <a16:creationId xmlns:a16="http://schemas.microsoft.com/office/drawing/2014/main" id="{0ED8D210-00BA-3284-F62A-E26BB1E17CCA}"/>
              </a:ext>
            </a:extLst>
          </p:cNvPr>
          <p:cNvGraphicFramePr/>
          <p:nvPr>
            <p:custDataLst>
              <p:tags r:id="rId10"/>
            </p:custDataLst>
            <p:extLst>
              <p:ext uri="{D42A27DB-BD31-4B8C-83A1-F6EECF244321}">
                <p14:modId xmlns:p14="http://schemas.microsoft.com/office/powerpoint/2010/main" val="3918886546"/>
              </p:ext>
            </p:extLst>
          </p:nvPr>
        </p:nvGraphicFramePr>
        <p:xfrm>
          <a:off x="4843463" y="4262438"/>
          <a:ext cx="3338512" cy="19018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1"/>
          </a:graphicData>
        </a:graphic>
      </p:graphicFrame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B795B3C8-5F50-A2D7-1A23-491A14696CE0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4740275" y="4254500"/>
            <a:ext cx="84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9C63092C-850C-422A-AA79-986AC6BDEC3F}" type="datetime'8'''''''''''''''''''''''''''">
              <a:rPr lang="zh-CN" altLang="en-US" sz="1200" kern="0" smtClean="0">
                <a:effectLst/>
                <a:cs typeface="+mn-cs"/>
                <a:sym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zh-CN" altLang="en-US" sz="1200" kern="0" dirty="0">
              <a:cs typeface="+mn-cs"/>
              <a:sym typeface="Arial" panose="020B0604020202020204" pitchFamily="34" charset="0"/>
            </a:endParaRPr>
          </a:p>
        </p:txBody>
      </p:sp>
      <p:sp>
        <p:nvSpPr>
          <p:cNvPr id="50" name="Text Placeholder 2">
            <a:extLst>
              <a:ext uri="{FF2B5EF4-FFF2-40B4-BE49-F238E27FC236}">
                <a16:creationId xmlns:a16="http://schemas.microsoft.com/office/drawing/2014/main" id="{E1223B55-3E28-92D2-D620-50120D3796A7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4757738" y="6132513"/>
            <a:ext cx="336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6FD37D2D-A3C2-412B-A187-5631736FEFCE}" type="datetime'''''''''''''''''''''1''9''''''''''''''''''''''''9''''''''4'">
              <a:rPr lang="zh-CN" altLang="en-US" sz="1200" kern="0" smtClean="0">
                <a:effectLst/>
                <a:cs typeface="+mn-cs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1994</a:t>
            </a:fld>
            <a:endParaRPr lang="zh-CN" altLang="en-US" sz="1200" kern="0" dirty="0">
              <a:cs typeface="+mn-cs"/>
            </a:endParaRPr>
          </a:p>
        </p:txBody>
      </p:sp>
      <p:sp>
        <p:nvSpPr>
          <p:cNvPr id="37" name="Text Placeholder 2">
            <a:extLst>
              <a:ext uri="{FF2B5EF4-FFF2-40B4-BE49-F238E27FC236}">
                <a16:creationId xmlns:a16="http://schemas.microsoft.com/office/drawing/2014/main" id="{EA905F2B-E993-59B6-4AB3-DFEE54C6A38F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6118225" y="6132513"/>
            <a:ext cx="336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8822F655-8BA3-458D-B752-40F2AB2D4F51}" type="datetime'''''''2''''''''''''''''''''''00''0'''''''">
              <a:rPr lang="zh-CN" altLang="en-US" sz="1200" kern="0" smtClean="0">
                <a:effectLst/>
                <a:cs typeface="+mn-cs"/>
                <a:sym typeface="Arial" panose="020B0604020202020204" pitchFamily="34" charset="0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2000</a:t>
            </a:fld>
            <a:endParaRPr lang="zh-CN" altLang="en-US" sz="1200" kern="0" dirty="0">
              <a:cs typeface="+mn-cs"/>
              <a:sym typeface="Arial" panose="020B0604020202020204" pitchFamily="34" charset="0"/>
            </a:endParaRPr>
          </a:p>
        </p:txBody>
      </p:sp>
      <p:sp>
        <p:nvSpPr>
          <p:cNvPr id="42" name="Text Placeholder 2">
            <a:extLst>
              <a:ext uri="{FF2B5EF4-FFF2-40B4-BE49-F238E27FC236}">
                <a16:creationId xmlns:a16="http://schemas.microsoft.com/office/drawing/2014/main" id="{BC186FB1-ED3D-6A56-C7FE-6470D88DDB75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4740275" y="5991225"/>
            <a:ext cx="84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B06C43D8-F964-4BF6-A8BA-11C88BB7A6D8}" type="datetime'''0'''">
              <a:rPr lang="zh-CN" altLang="en-US" sz="1200" kern="0" smtClean="0">
                <a:effectLst/>
                <a:cs typeface="+mn-cs"/>
                <a:sym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zh-CN" altLang="en-US" sz="1200" kern="0" dirty="0">
              <a:cs typeface="+mn-cs"/>
              <a:sym typeface="Arial" panose="020B0604020202020204" pitchFamily="34" charset="0"/>
            </a:endParaRPr>
          </a:p>
        </p:txBody>
      </p:sp>
      <p:sp>
        <p:nvSpPr>
          <p:cNvPr id="43" name="Text Placeholder 2">
            <a:extLst>
              <a:ext uri="{FF2B5EF4-FFF2-40B4-BE49-F238E27FC236}">
                <a16:creationId xmlns:a16="http://schemas.microsoft.com/office/drawing/2014/main" id="{6973386B-ECD7-CD84-BBD5-F6AA7D651185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4740275" y="5556250"/>
            <a:ext cx="84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7304AC33-D9B2-48E8-9ADC-2709119A2EED}" type="datetime'''''2'''''''''''''''''''''''''''''''''''''''''''''">
              <a:rPr lang="zh-CN" altLang="en-US" sz="1200" kern="0" smtClean="0">
                <a:effectLst/>
                <a:cs typeface="+mn-cs"/>
                <a:sym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 sz="1200" kern="0" dirty="0">
              <a:cs typeface="+mn-cs"/>
              <a:sym typeface="Arial" panose="020B0604020202020204" pitchFamily="34" charset="0"/>
            </a:endParaRPr>
          </a:p>
        </p:txBody>
      </p:sp>
      <p:sp>
        <p:nvSpPr>
          <p:cNvPr id="44" name="Text Placeholder 2">
            <a:extLst>
              <a:ext uri="{FF2B5EF4-FFF2-40B4-BE49-F238E27FC236}">
                <a16:creationId xmlns:a16="http://schemas.microsoft.com/office/drawing/2014/main" id="{F7107840-8C3A-06C5-75D5-731F8454CCC7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4740275" y="5122863"/>
            <a:ext cx="84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838903DC-59E1-4652-B30B-B3CBDC36EAC6}" type="datetime'''''''''''''4'''''''''''''''''''''''''''''''''''">
              <a:rPr lang="zh-CN" altLang="en-US" sz="1200" kern="0" smtClean="0">
                <a:effectLst/>
                <a:cs typeface="+mn-cs"/>
                <a:sym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 sz="1200" kern="0" dirty="0">
              <a:cs typeface="+mn-cs"/>
              <a:sym typeface="Arial" panose="020B0604020202020204" pitchFamily="34" charset="0"/>
            </a:endParaRP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6B584925-7C40-5484-52B4-1EC898C989B0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4740275" y="4687888"/>
            <a:ext cx="84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E009E866-B6BB-42BB-987C-22548CA028C9}" type="datetime'''''''''''6'''''''''''''''''''''''''''''''''''''''''">
              <a:rPr lang="zh-CN" altLang="en-US" sz="1200" kern="0" smtClean="0">
                <a:effectLst/>
                <a:cs typeface="+mn-cs"/>
                <a:sym typeface="Arial" panose="020B0604020202020204" pitchFamily="34" charset="0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 sz="1200" kern="0" dirty="0">
              <a:cs typeface="+mn-cs"/>
              <a:sym typeface="Arial" panose="020B0604020202020204" pitchFamily="34" charset="0"/>
            </a:endParaRPr>
          </a:p>
        </p:txBody>
      </p:sp>
      <p:sp>
        <p:nvSpPr>
          <p:cNvPr id="56" name="Text Placeholder 2">
            <a:extLst>
              <a:ext uri="{FF2B5EF4-FFF2-40B4-BE49-F238E27FC236}">
                <a16:creationId xmlns:a16="http://schemas.microsoft.com/office/drawing/2014/main" id="{FC8ECC83-7FF0-60F1-B36F-8D55AE3AFFD3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7931150" y="6132513"/>
            <a:ext cx="336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009A3C1C-E506-4080-9BDD-FA3BBE19F24D}" type="datetime'''''''2''''''''0''''0''8'''''''''''''''''''''''">
              <a:rPr lang="zh-CN" altLang="en-US" sz="1200" kern="0" smtClean="0">
                <a:effectLst/>
                <a:cs typeface="+mn-cs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2008</a:t>
            </a:fld>
            <a:endParaRPr lang="zh-CN" altLang="en-US" sz="1200" kern="0" dirty="0">
              <a:cs typeface="+mn-cs"/>
            </a:endParaRPr>
          </a:p>
        </p:txBody>
      </p:sp>
      <p:sp>
        <p:nvSpPr>
          <p:cNvPr id="55" name="Text Placeholder 2">
            <a:extLst>
              <a:ext uri="{FF2B5EF4-FFF2-40B4-BE49-F238E27FC236}">
                <a16:creationId xmlns:a16="http://schemas.microsoft.com/office/drawing/2014/main" id="{9B439F38-AB14-8F70-5E90-3C7AE967CE32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7477125" y="6132513"/>
            <a:ext cx="336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3DF45BE1-2F7E-4CD5-8AB1-2473393E957E}" type="datetime'''''2''''0''''''''''''''''''''0''6'''''''">
              <a:rPr lang="zh-CN" altLang="en-US" sz="1200" kern="0" smtClean="0">
                <a:effectLst/>
                <a:cs typeface="+mn-cs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2006</a:t>
            </a:fld>
            <a:endParaRPr lang="zh-CN" altLang="en-US" sz="1200" kern="0" dirty="0">
              <a:cs typeface="+mn-cs"/>
            </a:endParaRP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BE308EA5-BE83-FC44-1D5B-38B00F534842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5211763" y="6132513"/>
            <a:ext cx="336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C1756C30-57ED-46BD-8CD5-6DC3035D2FBD}" type="datetime'1''''''''''''''''''''''''''''''''''9''''''9''6'''''''''''''">
              <a:rPr lang="zh-CN" altLang="en-US" sz="1200" kern="0" smtClean="0">
                <a:effectLst/>
                <a:cs typeface="+mn-cs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1996</a:t>
            </a:fld>
            <a:endParaRPr lang="zh-CN" altLang="en-US" sz="1200" kern="0" dirty="0">
              <a:cs typeface="+mn-cs"/>
            </a:endParaRPr>
          </a:p>
        </p:txBody>
      </p:sp>
      <p:sp>
        <p:nvSpPr>
          <p:cNvPr id="52" name="Text Placeholder 2">
            <a:extLst>
              <a:ext uri="{FF2B5EF4-FFF2-40B4-BE49-F238E27FC236}">
                <a16:creationId xmlns:a16="http://schemas.microsoft.com/office/drawing/2014/main" id="{4DEE649B-BCC2-7EB0-2F83-3D644301AE50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5664200" y="6132513"/>
            <a:ext cx="336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8D1A8826-DF10-4A25-B59B-095EA7DA7022}" type="datetime'''''1''9''''''''''''''''''''9''''''''''''8'''''''''''''''''">
              <a:rPr lang="zh-CN" altLang="en-US" sz="1200" kern="0" smtClean="0">
                <a:effectLst/>
                <a:cs typeface="+mn-cs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1998</a:t>
            </a:fld>
            <a:endParaRPr lang="zh-CN" altLang="en-US" sz="1200" kern="0" dirty="0">
              <a:cs typeface="+mn-cs"/>
            </a:endParaRP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88885D71-93AA-6875-B50F-68A8D785FF87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6570663" y="6132513"/>
            <a:ext cx="336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A6A51D17-BB4C-4105-9383-707E1068A924}" type="datetime'''''''''''2''''''0''''''''''''''''''''''''''''''02'''''''">
              <a:rPr lang="zh-CN" altLang="en-US" sz="1200" kern="0" smtClean="0">
                <a:effectLst/>
                <a:cs typeface="+mn-cs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2002</a:t>
            </a:fld>
            <a:endParaRPr lang="zh-CN" altLang="en-US" sz="1200" kern="0" dirty="0">
              <a:cs typeface="+mn-cs"/>
            </a:endParaRPr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C2E10688-F199-C0BB-45FA-4BCB3876F54C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gray">
          <a:xfrm>
            <a:off x="7024688" y="6132513"/>
            <a:ext cx="3365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spcAft>
                <a:spcPct val="0"/>
              </a:spcAft>
            </a:pPr>
            <a:fld id="{7ED2AEC7-B4AD-4365-B717-16F5EC9F5078}" type="datetime'20''''''''''''''''''''''''''''''''''''''''0''''''''''''4'''">
              <a:rPr lang="zh-CN" altLang="en-US" sz="1200" kern="0" smtClean="0">
                <a:effectLst/>
                <a:cs typeface="+mn-cs"/>
              </a:rPr>
              <a:pPr algn="ctr">
                <a:spcBef>
                  <a:spcPct val="0"/>
                </a:spcBef>
                <a:spcAft>
                  <a:spcPct val="0"/>
                </a:spcAft>
              </a:pPr>
              <a:t>2004</a:t>
            </a:fld>
            <a:endParaRPr lang="zh-CN" altLang="en-US" sz="1200" kern="0" dirty="0">
              <a:cs typeface="+mn-cs"/>
            </a:endParaRPr>
          </a:p>
        </p:txBody>
      </p:sp>
      <p:sp>
        <p:nvSpPr>
          <p:cNvPr id="31" name="Rectangle 13">
            <a:extLst>
              <a:ext uri="{FF2B5EF4-FFF2-40B4-BE49-F238E27FC236}">
                <a16:creationId xmlns:a16="http://schemas.microsoft.com/office/drawing/2014/main" id="{580E7001-0E25-EFAF-AA14-15C07403BF27}"/>
              </a:ext>
            </a:extLst>
          </p:cNvPr>
          <p:cNvSpPr>
            <a:spLocks noChangeArrowheads="1"/>
          </p:cNvSpPr>
          <p:nvPr>
            <p:custDataLst>
              <p:tags r:id="rId24"/>
            </p:custDataLst>
          </p:nvPr>
        </p:nvSpPr>
        <p:spPr bwMode="gray">
          <a:xfrm>
            <a:off x="8221664" y="5089525"/>
            <a:ext cx="6826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E69E7000-38F4-4F52-AAB9-AE43B2EA4667}" type="datetime'''''''''''''C''''''o''''mp''''''''a''n''''''''''''''''''y 3'">
              <a:rPr lang="en-US" altLang="en-US" sz="1000" b="1" smtClean="0">
                <a:latin typeface="+mn-lt"/>
              </a:rPr>
              <a:pPr/>
              <a:t>Company 3</a:t>
            </a:fld>
            <a:endParaRPr lang="en-US" altLang="en-US" sz="1000" b="1">
              <a:latin typeface="+mn-lt"/>
            </a:endParaRPr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id="{98177D54-59C8-40A0-0F90-4C7271E85717}"/>
              </a:ext>
            </a:extLst>
          </p:cNvPr>
          <p:cNvSpPr>
            <a:spLocks noChangeArrowheads="1"/>
          </p:cNvSpPr>
          <p:nvPr>
            <p:custDataLst>
              <p:tags r:id="rId25"/>
            </p:custDataLst>
          </p:nvPr>
        </p:nvSpPr>
        <p:spPr bwMode="gray">
          <a:xfrm>
            <a:off x="8221664" y="5292725"/>
            <a:ext cx="6826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42FE293-DBD4-48DB-BEFC-B7BF854945E7}" type="datetime'''Co''''''''''''m''''''p''''a''''''''''n''y'' ''''''2'''">
              <a:rPr lang="en-US" altLang="en-US" sz="1000" b="1" smtClean="0">
                <a:latin typeface="+mn-lt"/>
              </a:rPr>
              <a:pPr/>
              <a:t>Company 2</a:t>
            </a:fld>
            <a:endParaRPr lang="en-US" altLang="en-US" sz="1000" b="1">
              <a:latin typeface="+mn-lt"/>
            </a:endParaRPr>
          </a:p>
        </p:txBody>
      </p:sp>
      <p:sp>
        <p:nvSpPr>
          <p:cNvPr id="27" name="Rectangle 11">
            <a:extLst>
              <a:ext uri="{FF2B5EF4-FFF2-40B4-BE49-F238E27FC236}">
                <a16:creationId xmlns:a16="http://schemas.microsoft.com/office/drawing/2014/main" id="{679227EA-E5B2-ABB2-F189-B9621C3F9FAE}"/>
              </a:ext>
            </a:extLst>
          </p:cNvPr>
          <p:cNvSpPr>
            <a:spLocks noChangeArrowheads="1"/>
          </p:cNvSpPr>
          <p:nvPr>
            <p:custDataLst>
              <p:tags r:id="rId26"/>
            </p:custDataLst>
          </p:nvPr>
        </p:nvSpPr>
        <p:spPr bwMode="gray">
          <a:xfrm>
            <a:off x="8221664" y="4875213"/>
            <a:ext cx="68262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5BE999A5-639C-4F59-976F-F92E8D840FAC}" type="datetime'''''''''''''C''om''p''''''''a''n''''''''''''''y'''' ''''''1'''">
              <a:rPr lang="en-US" altLang="en-US" sz="1000" b="1" smtClean="0">
                <a:latin typeface="+mn-lt"/>
              </a:rPr>
              <a:pPr/>
              <a:t>Company 1</a:t>
            </a:fld>
            <a:endParaRPr lang="en-US" altLang="en-US" sz="1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2565309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24925289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3" imgW="7772400" imgH="10058400" progId="TCLayout.ActiveDocument.1">
                  <p:embed/>
                </p:oleObj>
              </mc:Choice>
              <mc:Fallback>
                <p:oleObj name="think-cell 幻灯片" r:id="rId4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720090"/>
            <a:ext cx="1869946" cy="454798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定量图表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3993613C-B6FB-0B30-ADFE-097FE66D4DC5}"/>
              </a:ext>
            </a:extLst>
          </p:cNvPr>
          <p:cNvSpPr txBox="1"/>
          <p:nvPr/>
        </p:nvSpPr>
        <p:spPr>
          <a:xfrm>
            <a:off x="412750" y="1232038"/>
            <a:ext cx="3264406" cy="311012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时间序列（变化）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2BF8CD93-2F93-2B0B-6899-3273628983A6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gray">
          <a:xfrm>
            <a:off x="412750" y="1722438"/>
            <a:ext cx="8312150" cy="843480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 w="9525">
            <a:noFill/>
            <a:miter lim="800000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EC52A59-6D70-8344-F479-165944E22264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gray">
          <a:xfrm>
            <a:off x="419100" y="1805624"/>
            <a:ext cx="8312150" cy="6771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zh-CN" altLang="en-US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显示关系如何随时间变化</a:t>
            </a:r>
            <a:endParaRPr lang="en-US" altLang="zh-CN" b="1" dirty="0"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  <a:p>
            <a:pPr algn="ctr"/>
            <a:r>
              <a:rPr lang="zh-CN" altLang="en-US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无论是每周、每月、每季度或每年的趋势是增加、减少、波动还是保持不变</a:t>
            </a:r>
          </a:p>
          <a:p>
            <a:pPr algn="ctr"/>
            <a:r>
              <a:rPr lang="zh-CN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触发词</a:t>
            </a:r>
            <a:r>
              <a:rPr lang="en-US" altLang="en-US" sz="1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:</a:t>
            </a:r>
            <a:r>
              <a:rPr lang="en-US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r>
              <a:rPr lang="en-US" altLang="en-US" sz="1200" i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change, decline, decrease, fluctuate, grow, increase, progression, recession, rise, stagnant, timeline</a:t>
            </a:r>
            <a:r>
              <a:rPr lang="en-US" alt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</a:t>
            </a:r>
            <a:endParaRPr lang="en-US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Source Han Serif CN" panose="02020400000000000000" pitchFamily="18" charset="-128"/>
              <a:ea typeface="Source Han Serif CN" panose="02020400000000000000" pitchFamily="18" charset="-128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53CF46D6-AD62-BFCD-A7CA-44B5774D4117}"/>
              </a:ext>
            </a:extLst>
          </p:cNvPr>
          <p:cNvSpPr txBox="1"/>
          <p:nvPr/>
        </p:nvSpPr>
        <p:spPr>
          <a:xfrm>
            <a:off x="743341" y="2806528"/>
            <a:ext cx="1427584" cy="2705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分组柱状图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9432B5D-4EDA-FC75-700B-77FB2DC1C6A8}"/>
              </a:ext>
            </a:extLst>
          </p:cNvPr>
          <p:cNvSpPr txBox="1"/>
          <p:nvPr/>
        </p:nvSpPr>
        <p:spPr>
          <a:xfrm>
            <a:off x="743341" y="3151262"/>
            <a:ext cx="3592285" cy="380903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比较在不同时间点的多个项目，并显示关系如何随时间变化。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CEB7462A-CF82-73D8-93CC-C4C01523425B}"/>
              </a:ext>
            </a:extLst>
          </p:cNvPr>
          <p:cNvSpPr txBox="1"/>
          <p:nvPr/>
        </p:nvSpPr>
        <p:spPr>
          <a:xfrm>
            <a:off x="4808374" y="2800903"/>
            <a:ext cx="2216313" cy="270588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b="1" dirty="0">
                <a:latin typeface="Source Han Serif CN" panose="02020400000000000000" pitchFamily="18" charset="-128"/>
                <a:ea typeface="Source Han Serif CN" panose="02020400000000000000" pitchFamily="18" charset="-128"/>
              </a:rPr>
              <a:t>折线图与柱状图的组合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DB40092-F133-CD32-1599-7C927BB9FAFD}"/>
              </a:ext>
            </a:extLst>
          </p:cNvPr>
          <p:cNvSpPr txBox="1"/>
          <p:nvPr/>
        </p:nvSpPr>
        <p:spPr>
          <a:xfrm>
            <a:off x="4808375" y="3164797"/>
            <a:ext cx="3710409" cy="422836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2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显示随时间的变化，同时强调运动的一般模式和特定的时间点。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200" dirty="0">
              <a:latin typeface="Source Han Serif CN Medium" panose="02020400000000000000" pitchFamily="18" charset="-128"/>
              <a:ea typeface="Source Han Serif CN Medium" panose="02020400000000000000" pitchFamily="18" charset="-128"/>
            </a:endParaRPr>
          </a:p>
        </p:txBody>
      </p:sp>
      <p:graphicFrame>
        <p:nvGraphicFramePr>
          <p:cNvPr id="29" name="Chart 3">
            <a:extLst>
              <a:ext uri="{FF2B5EF4-FFF2-40B4-BE49-F238E27FC236}">
                <a16:creationId xmlns:a16="http://schemas.microsoft.com/office/drawing/2014/main" id="{62FFF809-5578-E71C-A29B-565811DB67D8}"/>
              </a:ext>
            </a:extLst>
          </p:cNvPr>
          <p:cNvGraphicFramePr/>
          <p:nvPr>
            <p:custDataLst>
              <p:tags r:id="rId4"/>
            </p:custDataLst>
            <p:extLst>
              <p:ext uri="{D42A27DB-BD31-4B8C-83A1-F6EECF244321}">
                <p14:modId xmlns:p14="http://schemas.microsoft.com/office/powerpoint/2010/main" val="3699151796"/>
              </p:ext>
            </p:extLst>
          </p:nvPr>
        </p:nvGraphicFramePr>
        <p:xfrm>
          <a:off x="660400" y="3625850"/>
          <a:ext cx="3522663" cy="27987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5"/>
          </a:graphicData>
        </a:graphic>
      </p:graphicFrame>
      <p:sp>
        <p:nvSpPr>
          <p:cNvPr id="12" name="Rectangle 15">
            <a:extLst>
              <a:ext uri="{FF2B5EF4-FFF2-40B4-BE49-F238E27FC236}">
                <a16:creationId xmlns:a16="http://schemas.microsoft.com/office/drawing/2014/main" id="{22621B25-84B2-2C77-4D19-B5203E7BB8A1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gray">
          <a:xfrm>
            <a:off x="1127125" y="62087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fld id="{87A32BBA-68F1-40F8-AF30-DA65DCC22EAD}" type="datetime'2''''''''''''''''''''''0''0''''''''''''''''''''''7'">
              <a:rPr lang="zh-CN" altLang="en-US" sz="1200" smtClean="0">
                <a:latin typeface="+mn-lt"/>
              </a:rPr>
              <a:pPr/>
              <a:t>2007</a:t>
            </a:fld>
            <a:endParaRPr lang="en-US" altLang="en-US" sz="1200">
              <a:latin typeface="+mn-lt"/>
            </a:endParaRPr>
          </a:p>
        </p:txBody>
      </p:sp>
      <p:sp>
        <p:nvSpPr>
          <p:cNvPr id="11" name="Rectangle 14">
            <a:extLst>
              <a:ext uri="{FF2B5EF4-FFF2-40B4-BE49-F238E27FC236}">
                <a16:creationId xmlns:a16="http://schemas.microsoft.com/office/drawing/2014/main" id="{F2D05B0C-1EDB-360B-52E9-A117D4E3AECA}"/>
              </a:ext>
            </a:extLst>
          </p:cNvPr>
          <p:cNvSpPr>
            <a:spLocks noChangeArrowheads="1"/>
          </p:cNvSpPr>
          <p:nvPr>
            <p:custDataLst>
              <p:tags r:id="rId6"/>
            </p:custDataLst>
          </p:nvPr>
        </p:nvSpPr>
        <p:spPr bwMode="gray">
          <a:xfrm>
            <a:off x="2246313" y="62087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en-US" sz="1200"/>
              <a:t>20</a:t>
            </a:r>
            <a:fld id="{5701D7A2-78D0-48F8-99E5-3EB325ADA2F7}" type="datetime'''0''''''''8'''''''">
              <a:rPr lang="zh-CN" altLang="en-US" sz="1200" smtClean="0">
                <a:latin typeface="+mn-lt"/>
              </a:rPr>
              <a:pPr/>
              <a:t>08</a:t>
            </a:fld>
            <a:endParaRPr lang="en-US" altLang="en-US" sz="1200">
              <a:latin typeface="+mn-lt"/>
            </a:endParaRPr>
          </a:p>
        </p:txBody>
      </p:sp>
      <p:sp>
        <p:nvSpPr>
          <p:cNvPr id="10" name="Rectangle 13">
            <a:extLst>
              <a:ext uri="{FF2B5EF4-FFF2-40B4-BE49-F238E27FC236}">
                <a16:creationId xmlns:a16="http://schemas.microsoft.com/office/drawing/2014/main" id="{6E1BFAE3-8672-103A-ABE3-60A1598A422F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gray">
          <a:xfrm>
            <a:off x="3365500" y="62087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fld id="{30909507-83ED-4DA0-82C1-CA99E4B51BBE}" type="datetime'''''''''''''''''''''2''''0''''''''''''''09'''''''">
              <a:rPr lang="zh-CN" altLang="en-US" sz="1200" smtClean="0">
                <a:latin typeface="+mn-lt"/>
              </a:rPr>
              <a:pPr/>
              <a:t>2009</a:t>
            </a:fld>
            <a:endParaRPr lang="en-US" altLang="en-US" sz="1200">
              <a:latin typeface="+mn-lt"/>
            </a:endParaRPr>
          </a:p>
        </p:txBody>
      </p:sp>
      <p:sp>
        <p:nvSpPr>
          <p:cNvPr id="21" name="Rectangle 29">
            <a:extLst>
              <a:ext uri="{FF2B5EF4-FFF2-40B4-BE49-F238E27FC236}">
                <a16:creationId xmlns:a16="http://schemas.microsoft.com/office/drawing/2014/main" id="{C320DAE6-BB2E-8D5F-51DF-ADED2A0A7DE7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gray">
          <a:xfrm>
            <a:off x="4151312" y="4064000"/>
            <a:ext cx="179388" cy="13335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Rectangle 28">
            <a:extLst>
              <a:ext uri="{FF2B5EF4-FFF2-40B4-BE49-F238E27FC236}">
                <a16:creationId xmlns:a16="http://schemas.microsoft.com/office/drawing/2014/main" id="{CAC10E99-752B-2E36-8CE8-21B834D35A38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gray">
          <a:xfrm>
            <a:off x="4151312" y="4267200"/>
            <a:ext cx="179388" cy="133350"/>
          </a:xfrm>
          <a:prstGeom prst="rect">
            <a:avLst/>
          </a:prstGeom>
          <a:solidFill>
            <a:schemeClr val="accent2"/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Rectangle 31">
            <a:extLst>
              <a:ext uri="{FF2B5EF4-FFF2-40B4-BE49-F238E27FC236}">
                <a16:creationId xmlns:a16="http://schemas.microsoft.com/office/drawing/2014/main" id="{5E6CF2F0-528B-0F33-AB53-9946EB25FFCA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gray">
          <a:xfrm>
            <a:off x="4381500" y="4059238"/>
            <a:ext cx="841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2F7CA665-7DE1-4062-9B8B-8C25B33FABC6}" type="datetime'''''''''''''''''''A'''''''''''''''''''''''''''''">
              <a:rPr lang="en-US" altLang="en-US" sz="1000" smtClean="0">
                <a:latin typeface="+mn-lt"/>
              </a:rPr>
              <a:pPr/>
              <a:t>A</a:t>
            </a:fld>
            <a:endParaRPr lang="en-US" altLang="en-US" sz="1000">
              <a:latin typeface="+mn-lt"/>
            </a:endParaRPr>
          </a:p>
        </p:txBody>
      </p:sp>
      <p:sp>
        <p:nvSpPr>
          <p:cNvPr id="22" name="Rectangle 30">
            <a:extLst>
              <a:ext uri="{FF2B5EF4-FFF2-40B4-BE49-F238E27FC236}">
                <a16:creationId xmlns:a16="http://schemas.microsoft.com/office/drawing/2014/main" id="{DBF1C800-C121-2DD6-17AD-0E0F55DF75B4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gray">
          <a:xfrm>
            <a:off x="4381500" y="4262438"/>
            <a:ext cx="841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7B65CE69-4F8F-4C79-B36F-44E7108E8DE0}" type="datetime'''''''''''''''''''''''''''''B'''''''''''''''''''''''''''''">
              <a:rPr lang="en-US" altLang="en-US" sz="1000" smtClean="0">
                <a:latin typeface="+mn-lt"/>
              </a:rPr>
              <a:pPr/>
              <a:t>B</a:t>
            </a:fld>
            <a:endParaRPr lang="en-US" altLang="en-US" sz="1000">
              <a:latin typeface="+mn-lt"/>
            </a:endParaRPr>
          </a:p>
        </p:txBody>
      </p:sp>
      <p:graphicFrame>
        <p:nvGraphicFramePr>
          <p:cNvPr id="95" name="Chart 3">
            <a:extLst>
              <a:ext uri="{FF2B5EF4-FFF2-40B4-BE49-F238E27FC236}">
                <a16:creationId xmlns:a16="http://schemas.microsoft.com/office/drawing/2014/main" id="{504FCB08-0819-3BCB-FF93-C94227851242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1358974081"/>
              </p:ext>
            </p:extLst>
          </p:nvPr>
        </p:nvGraphicFramePr>
        <p:xfrm>
          <a:off x="5011738" y="3741738"/>
          <a:ext cx="3335337" cy="2682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6"/>
          </a:graphicData>
        </a:graphic>
      </p:graphicFrame>
      <p:sp>
        <p:nvSpPr>
          <p:cNvPr id="74" name="Text Placeholder 2">
            <a:extLst>
              <a:ext uri="{FF2B5EF4-FFF2-40B4-BE49-F238E27FC236}">
                <a16:creationId xmlns:a16="http://schemas.microsoft.com/office/drawing/2014/main" id="{7EF6EC23-52DA-7D82-D606-16D6F67EAF4F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gray">
          <a:xfrm>
            <a:off x="8366125" y="5708650"/>
            <a:ext cx="84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344AAA4-2373-44B0-B198-E28475902488}" type="datetime'''''''''''''''''''''''''''''''1'''''''''''''''''''''''''">
              <a:rPr lang="zh-CN" altLang="en-US" sz="1200" kern="0" smtClean="0">
                <a:effectLst/>
                <a:cs typeface="+mn-cs"/>
                <a:sym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zh-CN" altLang="en-US" sz="1200" kern="0" dirty="0">
              <a:cs typeface="+mn-cs"/>
              <a:sym typeface="Arial" panose="020B0604020202020204" pitchFamily="34" charset="0"/>
            </a:endParaRPr>
          </a:p>
        </p:txBody>
      </p:sp>
      <p:sp>
        <p:nvSpPr>
          <p:cNvPr id="75" name="Text Placeholder 2">
            <a:extLst>
              <a:ext uri="{FF2B5EF4-FFF2-40B4-BE49-F238E27FC236}">
                <a16:creationId xmlns:a16="http://schemas.microsoft.com/office/drawing/2014/main" id="{FF7F56AB-2815-DCB8-8780-797724C56C5F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gray">
          <a:xfrm>
            <a:off x="8366125" y="5351463"/>
            <a:ext cx="84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FD1A4AF-91C9-4B12-BD03-A57D237E710F}" type="datetime'''''''''''''''''''''''''''''''''''''''''''''''''''''2'''''">
              <a:rPr lang="zh-CN" altLang="en-US" sz="1200" kern="0" smtClean="0">
                <a:effectLst/>
                <a:cs typeface="+mn-cs"/>
                <a:sym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zh-CN" altLang="en-US" sz="1200" kern="0" dirty="0">
              <a:cs typeface="+mn-cs"/>
              <a:sym typeface="Arial" panose="020B0604020202020204" pitchFamily="34" charset="0"/>
            </a:endParaRPr>
          </a:p>
        </p:txBody>
      </p:sp>
      <p:sp>
        <p:nvSpPr>
          <p:cNvPr id="90" name="Text Placeholder 2">
            <a:extLst>
              <a:ext uri="{FF2B5EF4-FFF2-40B4-BE49-F238E27FC236}">
                <a16:creationId xmlns:a16="http://schemas.microsoft.com/office/drawing/2014/main" id="{3C5826AE-ED59-DD29-75DF-2342E5C8CE94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4824413" y="3917950"/>
            <a:ext cx="1682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0C038EAB-7B05-40FE-B1C5-45E55778D15F}" type="datetime'''''''''''45'''''''''''''''''''''''''''''''''''''''''''''''">
              <a:rPr lang="zh-CN" altLang="en-US" sz="1200" kern="0" smtClean="0">
                <a:effectLst/>
                <a:cs typeface="+mn-cs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45</a:t>
            </a:fld>
            <a:endParaRPr lang="zh-CN" altLang="en-US" sz="1200" kern="0" dirty="0">
              <a:cs typeface="+mn-cs"/>
            </a:endParaRPr>
          </a:p>
        </p:txBody>
      </p:sp>
      <p:sp>
        <p:nvSpPr>
          <p:cNvPr id="89" name="Text Placeholder 2">
            <a:extLst>
              <a:ext uri="{FF2B5EF4-FFF2-40B4-BE49-F238E27FC236}">
                <a16:creationId xmlns:a16="http://schemas.microsoft.com/office/drawing/2014/main" id="{BF6C0D60-7D56-B3DC-C7E2-64EEDBB211B7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4824413" y="4395788"/>
            <a:ext cx="1682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1A563FB7-92C3-4643-9F2A-17E3296DF48E}" type="datetime'''''''35'''''''''''''''''''''''''''''''''''''''''''''''''''''">
              <a:rPr lang="zh-CN" altLang="en-US" sz="1200" kern="0" smtClean="0">
                <a:effectLst/>
                <a:cs typeface="+mn-cs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35</a:t>
            </a:fld>
            <a:endParaRPr lang="zh-CN" altLang="en-US" sz="1200" kern="0" dirty="0">
              <a:cs typeface="+mn-cs"/>
            </a:endParaRPr>
          </a:p>
        </p:txBody>
      </p:sp>
      <p:sp>
        <p:nvSpPr>
          <p:cNvPr id="88" name="Text Placeholder 2">
            <a:extLst>
              <a:ext uri="{FF2B5EF4-FFF2-40B4-BE49-F238E27FC236}">
                <a16:creationId xmlns:a16="http://schemas.microsoft.com/office/drawing/2014/main" id="{F36A02F5-3E5C-A2F1-96A2-5BB6512F93C8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4824413" y="4873625"/>
            <a:ext cx="1682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B196E6A3-C636-43E4-9BE8-EDA24EE46D0A}" type="datetime'''''''''''''''2''''''''''''''''''''5'''''''''''''''''''">
              <a:rPr lang="zh-CN" altLang="en-US" sz="1200" kern="0" smtClean="0">
                <a:effectLst/>
                <a:cs typeface="+mn-cs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25</a:t>
            </a:fld>
            <a:endParaRPr lang="zh-CN" altLang="en-US" sz="1200" kern="0" dirty="0">
              <a:cs typeface="+mn-cs"/>
            </a:endParaRPr>
          </a:p>
        </p:txBody>
      </p:sp>
      <p:sp>
        <p:nvSpPr>
          <p:cNvPr id="66" name="Text Placeholder 2">
            <a:extLst>
              <a:ext uri="{FF2B5EF4-FFF2-40B4-BE49-F238E27FC236}">
                <a16:creationId xmlns:a16="http://schemas.microsoft.com/office/drawing/2014/main" id="{ED9A1785-9819-7862-92AE-A1FABF48B4EE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4908550" y="6067425"/>
            <a:ext cx="84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65A890BB-6E59-4B74-B668-47C02CD2D127}" type="datetime'''''''0'''''''''''''''''''''''''''''">
              <a:rPr lang="zh-CN" altLang="en-US" sz="1200" kern="0" smtClean="0">
                <a:effectLst/>
                <a:cs typeface="+mn-cs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zh-CN" altLang="en-US" sz="1200" kern="0" dirty="0">
              <a:cs typeface="+mn-cs"/>
            </a:endParaRPr>
          </a:p>
        </p:txBody>
      </p:sp>
      <p:sp>
        <p:nvSpPr>
          <p:cNvPr id="67" name="Text Placeholder 2">
            <a:extLst>
              <a:ext uri="{FF2B5EF4-FFF2-40B4-BE49-F238E27FC236}">
                <a16:creationId xmlns:a16="http://schemas.microsoft.com/office/drawing/2014/main" id="{1AA57207-565C-2714-AF6E-B031421F03FE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4824413" y="5589588"/>
            <a:ext cx="1682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0660F6C4-6FEE-4B61-B7D3-DF1A2BD13635}" type="datetime'''''1''''''''''''''''''''''0'''''''''''''''''''''''''''''">
              <a:rPr lang="zh-CN" altLang="en-US" sz="1200" kern="0" smtClean="0">
                <a:effectLst/>
                <a:cs typeface="+mn-cs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zh-CN" altLang="en-US" sz="1200" kern="0" dirty="0">
              <a:cs typeface="+mn-cs"/>
            </a:endParaRPr>
          </a:p>
        </p:txBody>
      </p:sp>
      <p:sp>
        <p:nvSpPr>
          <p:cNvPr id="69" name="Text Placeholder 2">
            <a:extLst>
              <a:ext uri="{FF2B5EF4-FFF2-40B4-BE49-F238E27FC236}">
                <a16:creationId xmlns:a16="http://schemas.microsoft.com/office/drawing/2014/main" id="{B466BA20-F9EE-A898-2C51-742D0262E634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4824413" y="5111750"/>
            <a:ext cx="1682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F0E6B853-C3ED-4B80-AEB7-9D48E2006934}" type="datetime'''''20'''''''''''''''''''''''''''''''''">
              <a:rPr lang="zh-CN" altLang="en-US" sz="1200" kern="0" smtClean="0">
                <a:effectLst/>
                <a:cs typeface="+mn-cs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zh-CN" altLang="en-US" sz="1200" kern="0" dirty="0">
              <a:cs typeface="+mn-cs"/>
            </a:endParaRPr>
          </a:p>
        </p:txBody>
      </p:sp>
      <p:sp>
        <p:nvSpPr>
          <p:cNvPr id="70" name="Text Placeholder 2">
            <a:extLst>
              <a:ext uri="{FF2B5EF4-FFF2-40B4-BE49-F238E27FC236}">
                <a16:creationId xmlns:a16="http://schemas.microsoft.com/office/drawing/2014/main" id="{D73CF965-6082-A68D-F549-A05621846B94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4824413" y="4633913"/>
            <a:ext cx="1682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EBF795A4-5998-488C-A43E-0C0A279CB35E}" type="datetime'''''''''''''''''''''''''''3''''0'''''''''''''''">
              <a:rPr lang="zh-CN" altLang="en-US" sz="1200" kern="0" smtClean="0">
                <a:effectLst/>
                <a:cs typeface="+mn-cs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30</a:t>
            </a:fld>
            <a:endParaRPr lang="zh-CN" altLang="en-US" sz="1200" kern="0" dirty="0">
              <a:cs typeface="+mn-cs"/>
            </a:endParaRPr>
          </a:p>
        </p:txBody>
      </p:sp>
      <p:sp>
        <p:nvSpPr>
          <p:cNvPr id="71" name="Text Placeholder 2">
            <a:extLst>
              <a:ext uri="{FF2B5EF4-FFF2-40B4-BE49-F238E27FC236}">
                <a16:creationId xmlns:a16="http://schemas.microsoft.com/office/drawing/2014/main" id="{6FD77BCD-77A1-5729-BA5A-BC4088407FBB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4824413" y="4156075"/>
            <a:ext cx="1682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4410EC1C-5909-432C-81CE-EDDBF1765934}" type="datetime'''''''''''''''4''''''0'''''''''''">
              <a:rPr lang="zh-CN" altLang="en-US" sz="1200" kern="0" smtClean="0">
                <a:effectLst/>
                <a:cs typeface="+mn-cs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40</a:t>
            </a:fld>
            <a:endParaRPr lang="zh-CN" altLang="en-US" sz="1200" kern="0" dirty="0">
              <a:cs typeface="+mn-cs"/>
            </a:endParaRPr>
          </a:p>
        </p:txBody>
      </p:sp>
      <p:sp>
        <p:nvSpPr>
          <p:cNvPr id="73" name="Text Placeholder 2">
            <a:extLst>
              <a:ext uri="{FF2B5EF4-FFF2-40B4-BE49-F238E27FC236}">
                <a16:creationId xmlns:a16="http://schemas.microsoft.com/office/drawing/2014/main" id="{80A67F43-0F44-C244-A26B-52B278287343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gray">
          <a:xfrm>
            <a:off x="8366125" y="6067425"/>
            <a:ext cx="84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5322683-E3CF-4814-B16E-C1F66E2AB3DA}" type="datetime'''''''''''''''''''''''''''''''0'''''''''''''''''">
              <a:rPr lang="zh-CN" altLang="en-US" sz="1200" kern="0" smtClean="0">
                <a:effectLst/>
                <a:cs typeface="+mn-cs"/>
                <a:sym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0</a:t>
            </a:fld>
            <a:endParaRPr lang="zh-CN" altLang="en-US" sz="1200" kern="0" dirty="0">
              <a:cs typeface="+mn-cs"/>
              <a:sym typeface="Arial" panose="020B0604020202020204" pitchFamily="34" charset="0"/>
            </a:endParaRPr>
          </a:p>
        </p:txBody>
      </p:sp>
      <p:sp>
        <p:nvSpPr>
          <p:cNvPr id="87" name="Text Placeholder 2">
            <a:extLst>
              <a:ext uri="{FF2B5EF4-FFF2-40B4-BE49-F238E27FC236}">
                <a16:creationId xmlns:a16="http://schemas.microsoft.com/office/drawing/2014/main" id="{23613454-4A15-0D11-7E7E-08ABF9F22E19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gray">
          <a:xfrm>
            <a:off x="4824413" y="5351463"/>
            <a:ext cx="16827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E4F2446D-6D11-4924-B7A0-E3B5B460EC64}" type="datetime'''''''1''''''''''''''''''''''''5'''''''''''''''''''''''''">
              <a:rPr lang="zh-CN" altLang="en-US" sz="1200" kern="0" smtClean="0">
                <a:effectLst/>
                <a:cs typeface="+mn-cs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15</a:t>
            </a:fld>
            <a:endParaRPr lang="zh-CN" altLang="en-US" sz="1200" kern="0" dirty="0">
              <a:cs typeface="+mn-cs"/>
            </a:endParaRPr>
          </a:p>
        </p:txBody>
      </p:sp>
      <p:sp>
        <p:nvSpPr>
          <p:cNvPr id="86" name="Text Placeholder 2">
            <a:extLst>
              <a:ext uri="{FF2B5EF4-FFF2-40B4-BE49-F238E27FC236}">
                <a16:creationId xmlns:a16="http://schemas.microsoft.com/office/drawing/2014/main" id="{CFB34AAF-642F-2DEB-62AC-FCFB786F5F66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gray">
          <a:xfrm>
            <a:off x="4908550" y="5829300"/>
            <a:ext cx="84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58A4E3E2-CAA7-43B8-8A9D-B7C8A8A70333}" type="datetime'''''''''''''5'''''''''''''''''''''''''''''''''">
              <a:rPr lang="zh-CN" altLang="en-US" sz="1200" kern="0" smtClean="0">
                <a:effectLst/>
                <a:cs typeface="+mn-cs"/>
              </a:rPr>
              <a:pPr algn="r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 sz="1200" kern="0" dirty="0">
              <a:cs typeface="+mn-cs"/>
            </a:endParaRPr>
          </a:p>
        </p:txBody>
      </p:sp>
      <p:sp>
        <p:nvSpPr>
          <p:cNvPr id="76" name="Text Placeholder 2">
            <a:extLst>
              <a:ext uri="{FF2B5EF4-FFF2-40B4-BE49-F238E27FC236}">
                <a16:creationId xmlns:a16="http://schemas.microsoft.com/office/drawing/2014/main" id="{9B2C9DB5-85D3-5AA9-9E26-D7C07791E3B6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gray">
          <a:xfrm>
            <a:off x="8366125" y="4992688"/>
            <a:ext cx="84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351C380-539D-454F-A3CD-FCEEABFFE012}" type="datetime'''''''''3'''''''''''''''''''''''''''''''''''''">
              <a:rPr lang="zh-CN" altLang="en-US" sz="1200" kern="0" smtClean="0">
                <a:effectLst/>
                <a:cs typeface="+mn-cs"/>
                <a:sym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zh-CN" altLang="en-US" sz="1200" kern="0" dirty="0">
              <a:cs typeface="+mn-cs"/>
              <a:sym typeface="Arial" panose="020B0604020202020204" pitchFamily="34" charset="0"/>
            </a:endParaRPr>
          </a:p>
        </p:txBody>
      </p:sp>
      <p:sp>
        <p:nvSpPr>
          <p:cNvPr id="77" name="Text Placeholder 2">
            <a:extLst>
              <a:ext uri="{FF2B5EF4-FFF2-40B4-BE49-F238E27FC236}">
                <a16:creationId xmlns:a16="http://schemas.microsoft.com/office/drawing/2014/main" id="{0ECA3842-69B1-C93B-2BAA-0ADD4A593F85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gray">
          <a:xfrm>
            <a:off x="8366125" y="4633913"/>
            <a:ext cx="84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0F19A60-E1EC-46BD-A84C-0951EE7183FC}" type="datetime'''''''''''''''''''''''''''''''''4'''''''''''''''''''">
              <a:rPr lang="zh-CN" altLang="en-US" sz="1200" kern="0" smtClean="0">
                <a:effectLst/>
                <a:cs typeface="+mn-cs"/>
                <a:sym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zh-CN" altLang="en-US" sz="1200" kern="0" dirty="0">
              <a:cs typeface="+mn-cs"/>
              <a:sym typeface="Arial" panose="020B0604020202020204" pitchFamily="34" charset="0"/>
            </a:endParaRPr>
          </a:p>
        </p:txBody>
      </p:sp>
      <p:sp>
        <p:nvSpPr>
          <p:cNvPr id="78" name="Text Placeholder 2">
            <a:extLst>
              <a:ext uri="{FF2B5EF4-FFF2-40B4-BE49-F238E27FC236}">
                <a16:creationId xmlns:a16="http://schemas.microsoft.com/office/drawing/2014/main" id="{5D5758ED-1324-A8BF-1169-0BD5361F6955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gray">
          <a:xfrm>
            <a:off x="8366125" y="4276725"/>
            <a:ext cx="84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8BFCB66-4A56-4FB8-AAB3-E5369FACD550}" type="datetime'''''''''''''''''''''''''''''''''''''''''''5'''''''''''''">
              <a:rPr lang="zh-CN" altLang="en-US" sz="1200" kern="0" smtClean="0">
                <a:effectLst/>
                <a:cs typeface="+mn-cs"/>
                <a:sym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zh-CN" altLang="en-US" sz="1200" kern="0" dirty="0">
              <a:cs typeface="+mn-cs"/>
              <a:sym typeface="Arial" panose="020B0604020202020204" pitchFamily="34" charset="0"/>
            </a:endParaRPr>
          </a:p>
        </p:txBody>
      </p:sp>
      <p:sp>
        <p:nvSpPr>
          <p:cNvPr id="79" name="Text Placeholder 2">
            <a:extLst>
              <a:ext uri="{FF2B5EF4-FFF2-40B4-BE49-F238E27FC236}">
                <a16:creationId xmlns:a16="http://schemas.microsoft.com/office/drawing/2014/main" id="{91915F2F-73D6-377A-71DD-B546A7A74C49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gray">
          <a:xfrm>
            <a:off x="8366125" y="3917950"/>
            <a:ext cx="84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l" defTabSz="914406" rtl="0" eaLnBrk="1" latinLnBrk="0" hangingPunct="1">
              <a:lnSpc>
                <a:spcPct val="100000"/>
              </a:lnSpc>
              <a:spcBef>
                <a:spcPts val="300"/>
              </a:spcBef>
              <a:spcAft>
                <a:spcPts val="300"/>
              </a:spcAft>
              <a:buFont typeface="Segoe UI" panose="020B0502040204020203" pitchFamily="34" charset="0"/>
              <a:buNone/>
              <a:defRPr sz="1799" b="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1pPr>
            <a:lvl2pPr marL="45720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pitchFamily="2" charset="2"/>
              <a:buNone/>
              <a:defRPr sz="2001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2pPr>
            <a:lvl3pPr marL="91440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799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3pPr>
            <a:lvl4pPr marL="1371610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4pPr>
            <a:lvl5pPr marL="182881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5pPr>
            <a:lvl6pPr marL="228601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6pPr>
            <a:lvl7pPr marL="2743219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7pPr>
            <a:lvl8pPr marL="3200423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8pPr>
            <a:lvl9pPr marL="3657626" indent="0" algn="ctr" defTabSz="914406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SzPct val="100000"/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1536706-61EA-452D-91C5-74A230EDB3B4}" type="datetime'''''''''6'''''''''''''''''''''''''">
              <a:rPr lang="zh-CN" altLang="en-US" sz="1200" kern="0" smtClean="0">
                <a:effectLst/>
                <a:cs typeface="+mn-cs"/>
                <a:sym typeface="Arial" panose="020B0604020202020204" pitchFamily="34" charset="0"/>
              </a:rPr>
              <a:pPr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zh-CN" altLang="en-US" sz="1200" kern="0" dirty="0">
              <a:cs typeface="+mn-cs"/>
              <a:sym typeface="Arial" panose="020B0604020202020204" pitchFamily="34" charset="0"/>
            </a:endParaRPr>
          </a:p>
        </p:txBody>
      </p:sp>
      <p:sp>
        <p:nvSpPr>
          <p:cNvPr id="36" name="Rectangle 19">
            <a:extLst>
              <a:ext uri="{FF2B5EF4-FFF2-40B4-BE49-F238E27FC236}">
                <a16:creationId xmlns:a16="http://schemas.microsoft.com/office/drawing/2014/main" id="{4F70AACE-C2B9-6B13-E9F2-05664A97E605}"/>
              </a:ext>
            </a:extLst>
          </p:cNvPr>
          <p:cNvSpPr>
            <a:spLocks noChangeArrowheads="1"/>
          </p:cNvSpPr>
          <p:nvPr>
            <p:custDataLst>
              <p:tags r:id="rId30"/>
            </p:custDataLst>
          </p:nvPr>
        </p:nvSpPr>
        <p:spPr bwMode="gray">
          <a:xfrm>
            <a:off x="7561263" y="62087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fld id="{DBAF3F06-0E63-428B-9329-88552CF4858F}" type="datetime'''''2''''''''0''''''''09'''''''''''''''''">
              <a:rPr lang="zh-CN" altLang="en-US" sz="1200" smtClean="0">
                <a:latin typeface="+mn-lt"/>
              </a:rPr>
              <a:pPr/>
              <a:t>2009</a:t>
            </a:fld>
            <a:endParaRPr lang="en-US" altLang="en-US" sz="1200">
              <a:latin typeface="+mn-lt"/>
            </a:endParaRPr>
          </a:p>
        </p:txBody>
      </p:sp>
      <p:sp>
        <p:nvSpPr>
          <p:cNvPr id="41" name="Rectangle 23">
            <a:extLst>
              <a:ext uri="{FF2B5EF4-FFF2-40B4-BE49-F238E27FC236}">
                <a16:creationId xmlns:a16="http://schemas.microsoft.com/office/drawing/2014/main" id="{4495A297-E442-8A5F-B125-849F80B17963}"/>
              </a:ext>
            </a:extLst>
          </p:cNvPr>
          <p:cNvSpPr>
            <a:spLocks noChangeArrowheads="1"/>
          </p:cNvSpPr>
          <p:nvPr>
            <p:custDataLst>
              <p:tags r:id="rId31"/>
            </p:custDataLst>
          </p:nvPr>
        </p:nvSpPr>
        <p:spPr bwMode="gray">
          <a:xfrm>
            <a:off x="6503988" y="62087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r>
              <a:rPr lang="en-US" altLang="en-US" sz="1200"/>
              <a:t>20</a:t>
            </a:r>
            <a:fld id="{23ACBFBC-EFF5-4EA6-8D0A-3235ADF2192C}" type="datetime'''''''''''''''''''''''''''''''''''''''''''''''''0''8'''''">
              <a:rPr lang="zh-CN" altLang="en-US" sz="1200" smtClean="0">
                <a:latin typeface="+mn-lt"/>
              </a:rPr>
              <a:pPr/>
              <a:t>08</a:t>
            </a:fld>
            <a:endParaRPr lang="en-US" altLang="en-US" sz="1200">
              <a:latin typeface="+mn-lt"/>
            </a:endParaRPr>
          </a:p>
        </p:txBody>
      </p:sp>
      <p:sp>
        <p:nvSpPr>
          <p:cNvPr id="38" name="Rectangle 20">
            <a:extLst>
              <a:ext uri="{FF2B5EF4-FFF2-40B4-BE49-F238E27FC236}">
                <a16:creationId xmlns:a16="http://schemas.microsoft.com/office/drawing/2014/main" id="{C28245CC-832E-FF05-9ABB-6934E9B8376A}"/>
              </a:ext>
            </a:extLst>
          </p:cNvPr>
          <p:cNvSpPr>
            <a:spLocks noChangeArrowheads="1"/>
          </p:cNvSpPr>
          <p:nvPr>
            <p:custDataLst>
              <p:tags r:id="rId32"/>
            </p:custDataLst>
          </p:nvPr>
        </p:nvSpPr>
        <p:spPr bwMode="gray">
          <a:xfrm>
            <a:off x="7629525" y="3929063"/>
            <a:ext cx="2127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2225" tIns="0" rIns="22225" bIns="0" anchor="b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fld id="{D35E39C4-246C-4932-8775-9CB2521E78CF}" type="datetime'''''''''''''''''''''''42'''''''''''''''''''''''''''''''''''''">
              <a:rPr lang="zh-CN" altLang="en-US" sz="1200" smtClean="0">
                <a:latin typeface="+mn-lt"/>
              </a:rPr>
              <a:pPr/>
              <a:t>42</a:t>
            </a:fld>
            <a:endParaRPr lang="en-US" altLang="en-US" sz="1200">
              <a:latin typeface="+mn-lt"/>
            </a:endParaRPr>
          </a:p>
        </p:txBody>
      </p:sp>
      <p:sp>
        <p:nvSpPr>
          <p:cNvPr id="47" name="Rectangle 24">
            <a:extLst>
              <a:ext uri="{FF2B5EF4-FFF2-40B4-BE49-F238E27FC236}">
                <a16:creationId xmlns:a16="http://schemas.microsoft.com/office/drawing/2014/main" id="{12C0CA83-F0E7-5340-E703-D9A00AA736D7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gray">
          <a:xfrm>
            <a:off x="6572250" y="4746625"/>
            <a:ext cx="2127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2225" tIns="0" rIns="22225" bIns="0" anchor="b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fld id="{21159A8A-F021-475F-AE56-D02B0FED0957}" type="datetime'''2''''''''''''''''''''''''''''''''5'''''''''''''">
              <a:rPr lang="zh-CN" altLang="en-US" sz="1200" smtClean="0">
                <a:latin typeface="+mn-lt"/>
              </a:rPr>
              <a:pPr/>
              <a:t>25</a:t>
            </a:fld>
            <a:endParaRPr lang="en-US" altLang="en-US" sz="1200">
              <a:latin typeface="+mn-lt"/>
            </a:endParaRPr>
          </a:p>
        </p:txBody>
      </p:sp>
      <p:sp>
        <p:nvSpPr>
          <p:cNvPr id="32" name="Rectangle 17">
            <a:extLst>
              <a:ext uri="{FF2B5EF4-FFF2-40B4-BE49-F238E27FC236}">
                <a16:creationId xmlns:a16="http://schemas.microsoft.com/office/drawing/2014/main" id="{89EC7D63-D8C9-6425-9C01-3726913DE96A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gray">
          <a:xfrm>
            <a:off x="5516563" y="5089525"/>
            <a:ext cx="212725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22225" tIns="0" rIns="22225" bIns="0" anchor="b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fld id="{10B69879-4DBD-410D-A480-E9FD87144516}" type="datetime'''''''''''''1''''''''''8'''''">
              <a:rPr lang="zh-CN" altLang="en-US" sz="1200" smtClean="0">
                <a:latin typeface="+mn-lt"/>
              </a:rPr>
              <a:pPr/>
              <a:t>18</a:t>
            </a:fld>
            <a:endParaRPr lang="en-US" altLang="en-US" sz="1200">
              <a:latin typeface="+mn-lt"/>
            </a:endParaRPr>
          </a:p>
        </p:txBody>
      </p:sp>
      <p:sp>
        <p:nvSpPr>
          <p:cNvPr id="57" name="Rectangle 27">
            <a:extLst>
              <a:ext uri="{FF2B5EF4-FFF2-40B4-BE49-F238E27FC236}">
                <a16:creationId xmlns:a16="http://schemas.microsoft.com/office/drawing/2014/main" id="{D33CFD67-1F95-8F09-6059-E7300227C6F8}"/>
              </a:ext>
            </a:extLst>
          </p:cNvPr>
          <p:cNvSpPr>
            <a:spLocks noChangeArrowheads="1"/>
          </p:cNvSpPr>
          <p:nvPr>
            <p:custDataLst>
              <p:tags r:id="rId35"/>
            </p:custDataLst>
          </p:nvPr>
        </p:nvSpPr>
        <p:spPr bwMode="gray">
          <a:xfrm>
            <a:off x="5448300" y="6208713"/>
            <a:ext cx="3492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pPr algn="ctr"/>
            <a:fld id="{1B4C78AD-A92A-457F-BFD8-FC8FAFE2A015}" type="datetime'''''2''''0''''''''''''''''''0''''''''''''''''''''''7'''''''">
              <a:rPr lang="zh-CN" altLang="en-US" sz="1200" smtClean="0">
                <a:latin typeface="+mn-lt"/>
              </a:rPr>
              <a:pPr/>
              <a:t>2007</a:t>
            </a:fld>
            <a:endParaRPr lang="en-US" altLang="en-US" sz="1200">
              <a:latin typeface="+mn-lt"/>
            </a:endParaRPr>
          </a:p>
        </p:txBody>
      </p:sp>
      <p:sp>
        <p:nvSpPr>
          <p:cNvPr id="60" name="Line 34">
            <a:extLst>
              <a:ext uri="{FF2B5EF4-FFF2-40B4-BE49-F238E27FC236}">
                <a16:creationId xmlns:a16="http://schemas.microsoft.com/office/drawing/2014/main" id="{238A55ED-4876-95BC-CCCE-CF4226912469}"/>
              </a:ext>
            </a:extLst>
          </p:cNvPr>
          <p:cNvSpPr>
            <a:spLocks noChangeShapeType="1"/>
          </p:cNvSpPr>
          <p:nvPr>
            <p:custDataLst>
              <p:tags r:id="rId36"/>
            </p:custDataLst>
          </p:nvPr>
        </p:nvSpPr>
        <p:spPr bwMode="gray">
          <a:xfrm>
            <a:off x="5395913" y="3786188"/>
            <a:ext cx="150813" cy="0"/>
          </a:xfrm>
          <a:prstGeom prst="line">
            <a:avLst/>
          </a:prstGeom>
          <a:noFill/>
          <a:ln w="28575" cap="rnd" cmpd="sng">
            <a:solidFill>
              <a:srgbClr val="E5546C"/>
            </a:solidFill>
            <a:prstDash val="solid"/>
            <a:round/>
            <a:headEnd type="none"/>
            <a:tailEnd type="none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9" name="Rectangle 33">
            <a:extLst>
              <a:ext uri="{FF2B5EF4-FFF2-40B4-BE49-F238E27FC236}">
                <a16:creationId xmlns:a16="http://schemas.microsoft.com/office/drawing/2014/main" id="{FF5CC553-21E2-E345-60B5-418BC8C500F9}"/>
              </a:ext>
            </a:extLst>
          </p:cNvPr>
          <p:cNvSpPr>
            <a:spLocks noChangeArrowheads="1"/>
          </p:cNvSpPr>
          <p:nvPr>
            <p:custDataLst>
              <p:tags r:id="rId37"/>
            </p:custDataLst>
          </p:nvPr>
        </p:nvSpPr>
        <p:spPr bwMode="gray">
          <a:xfrm>
            <a:off x="6072188" y="3719513"/>
            <a:ext cx="179388" cy="133350"/>
          </a:xfrm>
          <a:prstGeom prst="rect">
            <a:avLst/>
          </a:prstGeom>
          <a:solidFill>
            <a:schemeClr val="accent1"/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58" name="Rectangle 32">
            <a:extLst>
              <a:ext uri="{FF2B5EF4-FFF2-40B4-BE49-F238E27FC236}">
                <a16:creationId xmlns:a16="http://schemas.microsoft.com/office/drawing/2014/main" id="{AF448E47-E5E2-7390-9267-A200146E51DA}"/>
              </a:ext>
            </a:extLst>
          </p:cNvPr>
          <p:cNvSpPr>
            <a:spLocks noChangeArrowheads="1"/>
          </p:cNvSpPr>
          <p:nvPr>
            <p:custDataLst>
              <p:tags r:id="rId38"/>
            </p:custDataLst>
          </p:nvPr>
        </p:nvSpPr>
        <p:spPr bwMode="gray">
          <a:xfrm>
            <a:off x="6488113" y="3719513"/>
            <a:ext cx="179388" cy="133350"/>
          </a:xfrm>
          <a:prstGeom prst="rect">
            <a:avLst/>
          </a:prstGeom>
          <a:solidFill>
            <a:schemeClr val="accent2"/>
          </a:solidFill>
          <a:ln w="9525" cmpd="sng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61" name="Rectangle 35">
            <a:extLst>
              <a:ext uri="{FF2B5EF4-FFF2-40B4-BE49-F238E27FC236}">
                <a16:creationId xmlns:a16="http://schemas.microsoft.com/office/drawing/2014/main" id="{8863F002-C983-9519-E7A8-4D9C05765A05}"/>
              </a:ext>
            </a:extLst>
          </p:cNvPr>
          <p:cNvSpPr>
            <a:spLocks noChangeArrowheads="1"/>
          </p:cNvSpPr>
          <p:nvPr>
            <p:custDataLst>
              <p:tags r:id="rId39"/>
            </p:custDataLst>
          </p:nvPr>
        </p:nvSpPr>
        <p:spPr bwMode="gray">
          <a:xfrm>
            <a:off x="5611813" y="3714750"/>
            <a:ext cx="358775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AC8DDDDB-00D8-4C46-BFCF-2D36D7EFE409}" type="datetime'''F''a''''''''c''''''''''''''''to''''''''''''''r'''">
              <a:rPr lang="en-US" altLang="en-US" sz="1000" smtClean="0">
                <a:latin typeface="+mn-lt"/>
              </a:rPr>
              <a:pPr/>
              <a:t>Factor</a:t>
            </a:fld>
            <a:endParaRPr lang="en-US" altLang="en-US" sz="1000">
              <a:latin typeface="+mn-lt"/>
            </a:endParaRPr>
          </a:p>
        </p:txBody>
      </p:sp>
      <p:sp>
        <p:nvSpPr>
          <p:cNvPr id="64" name="Rectangle 37">
            <a:extLst>
              <a:ext uri="{FF2B5EF4-FFF2-40B4-BE49-F238E27FC236}">
                <a16:creationId xmlns:a16="http://schemas.microsoft.com/office/drawing/2014/main" id="{4F3F1623-DD2B-CE36-93D3-9DBE35B8B7D6}"/>
              </a:ext>
            </a:extLst>
          </p:cNvPr>
          <p:cNvSpPr>
            <a:spLocks noChangeArrowheads="1"/>
          </p:cNvSpPr>
          <p:nvPr>
            <p:custDataLst>
              <p:tags r:id="rId40"/>
            </p:custDataLst>
          </p:nvPr>
        </p:nvSpPr>
        <p:spPr bwMode="gray">
          <a:xfrm>
            <a:off x="6302375" y="3714750"/>
            <a:ext cx="841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89C7A226-F02D-4C68-89F7-D83428D0A28C}" type="datetime'''''''''''''''''A'''''''''''''''''''''''''">
              <a:rPr lang="en-US" altLang="en-US" sz="1000" smtClean="0">
                <a:latin typeface="+mn-lt"/>
              </a:rPr>
              <a:pPr/>
              <a:t>A</a:t>
            </a:fld>
            <a:endParaRPr lang="en-US" altLang="en-US" sz="1000">
              <a:latin typeface="+mn-lt"/>
            </a:endParaRPr>
          </a:p>
        </p:txBody>
      </p:sp>
      <p:sp>
        <p:nvSpPr>
          <p:cNvPr id="63" name="Rectangle 36">
            <a:extLst>
              <a:ext uri="{FF2B5EF4-FFF2-40B4-BE49-F238E27FC236}">
                <a16:creationId xmlns:a16="http://schemas.microsoft.com/office/drawing/2014/main" id="{DBF7E7F9-0BD9-4BEF-60FF-C8ED1F40738A}"/>
              </a:ext>
            </a:extLst>
          </p:cNvPr>
          <p:cNvSpPr>
            <a:spLocks noChangeArrowheads="1"/>
          </p:cNvSpPr>
          <p:nvPr>
            <p:custDataLst>
              <p:tags r:id="rId41"/>
            </p:custDataLst>
          </p:nvPr>
        </p:nvSpPr>
        <p:spPr bwMode="gray">
          <a:xfrm>
            <a:off x="6718300" y="3714750"/>
            <a:ext cx="84138" cy="15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anchor="ctr"/>
          <a:lstStyle>
            <a:lvl1pPr defTabSz="895350">
              <a:buClr>
                <a:schemeClr val="tx2"/>
              </a:buClr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1pPr>
            <a:lvl2pPr marL="193675" indent="-192405" defTabSz="895350">
              <a:buClr>
                <a:schemeClr val="tx2"/>
              </a:buClr>
              <a:buSzPct val="125000"/>
              <a:buFont typeface="Arial" panose="020B0604020202090204" pitchFamily="34" charset="0"/>
              <a:buChar char="▪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2pPr>
            <a:lvl3pPr marL="457200" indent="-26225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–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3pPr>
            <a:lvl4pPr marL="614680" indent="-155575" defTabSz="895350">
              <a:buClr>
                <a:schemeClr val="tx2"/>
              </a:buClr>
              <a:buSzPct val="120000"/>
              <a:buFont typeface="Arial" panose="020B0604020202090204" pitchFamily="34" charset="0"/>
              <a:buChar char="▫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4pPr>
            <a:lvl5pPr marL="746125" indent="-130175" defTabSz="895350"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5pPr>
            <a:lvl6pPr marL="12033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6pPr>
            <a:lvl7pPr marL="16605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7pPr>
            <a:lvl8pPr marL="21177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8pPr>
            <a:lvl9pPr marL="2574925" indent="-130175" defTabSz="89535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buSzPct val="89000"/>
              <a:buFont typeface="Arial" panose="020B0604020202090204" pitchFamily="34" charset="0"/>
              <a:buChar char="-"/>
              <a:defRPr sz="1600">
                <a:solidFill>
                  <a:schemeClr val="tx1"/>
                </a:solidFill>
                <a:latin typeface="Arial" panose="020B0604020202090204" pitchFamily="34" charset="0"/>
              </a:defRPr>
            </a:lvl9pPr>
          </a:lstStyle>
          <a:p>
            <a:fld id="{03B61040-A137-4C95-8589-19388BC62609}" type="datetime'''B'''''''''''''''''">
              <a:rPr lang="en-US" altLang="en-US" sz="1000" smtClean="0">
                <a:latin typeface="+mn-lt"/>
              </a:rPr>
              <a:pPr/>
              <a:t>B</a:t>
            </a:fld>
            <a:endParaRPr lang="en-US" altLang="en-US" sz="100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64756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14104658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1B3208BB-048D-671E-676F-49BDA9D2AB5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2796" y="1765934"/>
            <a:ext cx="8327252" cy="4684079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720090"/>
            <a:ext cx="1869946" cy="454798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示例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53ADB8-30E6-3402-6BF3-B09EB87325B9}"/>
              </a:ext>
            </a:extLst>
          </p:cNvPr>
          <p:cNvSpPr/>
          <p:nvPr/>
        </p:nvSpPr>
        <p:spPr>
          <a:xfrm>
            <a:off x="513184" y="2859434"/>
            <a:ext cx="2948473" cy="3056174"/>
          </a:xfrm>
          <a:prstGeom prst="rect">
            <a:avLst/>
          </a:prstGeom>
          <a:noFill/>
          <a:ln w="19050" cap="sq">
            <a:solidFill>
              <a:srgbClr val="C0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4F4726-541A-7CD6-5506-782902860827}"/>
              </a:ext>
            </a:extLst>
          </p:cNvPr>
          <p:cNvSpPr txBox="1"/>
          <p:nvPr/>
        </p:nvSpPr>
        <p:spPr>
          <a:xfrm>
            <a:off x="1932999" y="1384348"/>
            <a:ext cx="5278002" cy="32221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kumimoji="1" lang="zh-CN" altLang="en-US" sz="16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红框所示，折线图与柱状图的组合在实际案例中的应用</a:t>
            </a:r>
          </a:p>
        </p:txBody>
      </p:sp>
    </p:spTree>
    <p:extLst>
      <p:ext uri="{BB962C8B-B14F-4D97-AF65-F5344CB8AC3E}">
        <p14:creationId xmlns:p14="http://schemas.microsoft.com/office/powerpoint/2010/main" val="667727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9F6D3A2E-6EAC-0636-6BB5-38CEC681330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3969577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F6D3A2E-6EAC-0636-6BB5-38CEC681330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8" name="图片 7">
            <a:extLst>
              <a:ext uri="{FF2B5EF4-FFF2-40B4-BE49-F238E27FC236}">
                <a16:creationId xmlns:a16="http://schemas.microsoft.com/office/drawing/2014/main" id="{A170ACDA-454B-932C-4884-7390889D885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396" y="1767294"/>
            <a:ext cx="8471504" cy="476522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82A1D9EE-A7D3-564F-B521-771DC4449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4" y="720090"/>
            <a:ext cx="1869946" cy="454798"/>
          </a:xfrm>
        </p:spPr>
        <p:txBody>
          <a:bodyPr vert="horz"/>
          <a:lstStyle/>
          <a:p>
            <a:r>
              <a:rPr lang="zh-CN" altLang="en-US" dirty="0">
                <a:latin typeface="Source Han Serif CN Heavy" panose="02020400000000000000" pitchFamily="18" charset="-128"/>
                <a:ea typeface="Source Han Serif CN Heavy" panose="02020400000000000000" pitchFamily="18" charset="-128"/>
              </a:rPr>
              <a:t>示例</a:t>
            </a:r>
            <a:endParaRPr kumimoji="1" lang="zh-CN" altLang="en-US" dirty="0">
              <a:latin typeface="Source Han Serif CN Heavy" panose="02020400000000000000" pitchFamily="18" charset="-128"/>
              <a:ea typeface="Source Han Serif CN Heavy" panose="02020400000000000000" pitchFamily="18" charset="-128"/>
            </a:endParaRP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A03164-36D9-8847-9142-6667888EA69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61F8C584-89DB-C8F4-997A-30B8898A61DE}"/>
              </a:ext>
            </a:extLst>
          </p:cNvPr>
          <p:cNvSpPr txBox="1"/>
          <p:nvPr/>
        </p:nvSpPr>
        <p:spPr>
          <a:xfrm>
            <a:off x="982980" y="1417320"/>
            <a:ext cx="0" cy="0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non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endParaRPr kumimoji="1" lang="zh-CN" altLang="en-US" sz="1600" dirty="0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9353ADB8-30E6-3402-6BF3-B09EB87325B9}"/>
              </a:ext>
            </a:extLst>
          </p:cNvPr>
          <p:cNvSpPr/>
          <p:nvPr/>
        </p:nvSpPr>
        <p:spPr>
          <a:xfrm>
            <a:off x="3424334" y="2668555"/>
            <a:ext cx="5169159" cy="3405279"/>
          </a:xfrm>
          <a:prstGeom prst="rect">
            <a:avLst/>
          </a:prstGeom>
          <a:noFill/>
          <a:ln w="19050" cap="sq">
            <a:solidFill>
              <a:srgbClr val="C00000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300"/>
              </a:spcBef>
              <a:spcAft>
                <a:spcPts val="300"/>
              </a:spcAft>
            </a:pPr>
            <a:endParaRPr kumimoji="1" lang="zh-CN" altLang="en-US" sz="1600" dirty="0" err="1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A04F4726-541A-7CD6-5506-782902860827}"/>
              </a:ext>
            </a:extLst>
          </p:cNvPr>
          <p:cNvSpPr txBox="1"/>
          <p:nvPr/>
        </p:nvSpPr>
        <p:spPr>
          <a:xfrm>
            <a:off x="2634358" y="1384348"/>
            <a:ext cx="4665307" cy="322215"/>
          </a:xfrm>
          <a:prstGeom prst="rect">
            <a:avLst/>
          </a:prstGeom>
          <a:ln w="6350">
            <a:noFill/>
            <a:miter lim="800000"/>
          </a:ln>
        </p:spPr>
        <p:txBody>
          <a:bodyPr vert="horz" wrap="square" lIns="0" tIns="0" rIns="0" bIns="0" rtlCol="0">
            <a:noAutofit/>
          </a:bodyPr>
          <a:lstStyle/>
          <a:p>
            <a:pPr algn="l">
              <a:spcBef>
                <a:spcPts val="300"/>
              </a:spcBef>
              <a:spcAft>
                <a:spcPts val="300"/>
              </a:spcAft>
              <a:buNone/>
            </a:pPr>
            <a:r>
              <a:rPr kumimoji="1" lang="zh-CN" altLang="en-US" sz="1600" dirty="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红框所示，分组柱状图在实际案例中的应用</a:t>
            </a:r>
          </a:p>
        </p:txBody>
      </p:sp>
    </p:spTree>
    <p:extLst>
      <p:ext uri="{BB962C8B-B14F-4D97-AF65-F5344CB8AC3E}">
        <p14:creationId xmlns:p14="http://schemas.microsoft.com/office/powerpoint/2010/main" val="39509946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Ub1LmWUTH66PHUHOGMc5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LogoText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BottomLin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opLin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4. Footno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Gri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Moon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5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4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NGL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a5NG5p6QVlH6GlSHMQ0R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LogoImag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ClientLogo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Documenttyp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ubtitl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Titl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tNN_OdVRnC_8Tatiiw6b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3. Subtitl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2. Slide Titl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Slide Number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5. Sourc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NAME" val="1. On-page tracker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Rectangl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XFuCPR4thUmwllebA2Anc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WR5Bl5JrEWgzQ4Czmsf4A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nsdfgplJk219GxPFPPcT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NpLn5dBgEifrD0hELY6v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5fPnbQUUKHgBDkQ5jS0Q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D5fhAOzsUmTsJYQhKuleg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59khhQ3X0Kj4yomYF8nkQ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OZ39kDHxEG02tv..OZqEQ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71H67mC_keOZRd8kuYdGg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2QxrzubvUaRxdm2njgftg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TlIlnw920SdLAVbjZPyrA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XPnoa4pI0iPJxbHoLO3.Q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oM0uzdiRUCz3sTUHYPJaQ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vtCB9L04EugCA9iWQZguw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.75ht__UGR.gAcpADdL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LgR9Ox0MXk6Id1VyMFXfvg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bVfHajxskUaxjbAm3YnLzA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JN2DUbHY0i5k2kiOC57J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IO_mV4Wh0iOeqS9PNrL2A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ssGi.K2K0676kYzXR0Hp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5WQmc.uk0adVdXH5cjKD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5D.Aj3SpmkWJ1zl2bcoXKw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Text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lLqSgIi2UmPTEFxkW9t.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WTuQS.kh4kewA3AMcOdZY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qJLmrjEp40CkzqQYqeeouQ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9EiMWCXDP0upxVrOFsUnFQ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vIvxUiqGbk.x23WWpI5lpw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7VPeR7.v4UmxK0ikInzVA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AME" val="ArrowText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hs7.pCTiUuIHf4mOxU.ug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Lp.EMD080WUhcRG4rbbz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0UF9BWhwuEW8OjDnuMEHJg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d9ykMC5nUywrJIUsE3_Dg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uM70ous32wgvujZeujieg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HRMw6t8ubDcky1ydkNiYg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P9.3dDLQrV203He1PRONw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qEy8lPJi3ux1Ct7f4HVM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L1f7aYYr0aWnII78pYOmg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YRjFCVgIU.x_cVlEbKB2g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0IzNHMPRfDp8hoQ3WV9y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YQo8TLDD7Nhs3SP2N3.nw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6FMMLB1tsoZDUNxBW_Bzg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4zNGLy18XydBJt6zZBilQ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YrkXRQ6HNRUYRT.qALg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4_xk0s4PTr.5I5Kv8nEeA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4Xr5gOJpQepZNz..l.96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DUzFDzR0x5.j27SmOYWw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UabBxioYLWowKM7QwRBz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VTc2kgQaY65Tlr5P.4P8w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o4NxQjReekiHLHkSZPrqe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hs7.pCTiUuIHf4mOxU.ug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Lp.EMD080WUhcRG4rbbzA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sKj6m.3JUiFYmwuoxeIq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i2kwNi904LoALjwaBhnvw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72lUXUS1r5tsyPCauHzK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2TgQ1.Ou3hyAQoGDrAjMw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F9VYc4RwKaW5vgxs8a80g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UHgjuYoxWh509h70.yU1w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tgACDKHF5xYNvRowSUnhg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KPKMJYQzfUjj0RNDPdwWg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P53tNbUEXRrlb72eY0LDA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6hMV34mixZMKJ8v2iZNUg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FLaC0qjzkBNuzBFoesZ2w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U2Kw7tBzlzLhu0ipyGHZ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hs7.pCTiUuIHf4mOxU.ug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Lp.EMD080WUhcRG4rbbzA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rGhnodXANgTYh1GIvVKdQ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ELQMarkUMYq53fq5M5YCg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.ovc8S4V4OEMosaVKgwLg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CkPZe7UypcNn9tk._HLzg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yaF20uX.gUMOd_EK32RA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yLopRcUME_3XEV.z8viP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oSIa5SnYYN.B_URE7om8g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jZx4WV6sQuPNS3Dyd2PA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NAbZ4mosGAfXmT3VF.s8A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hs7.pCTiUuIHf4mOxU.ug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Lp.EMD080WUhcRG4rbbz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qqN_Zw9r2aoo0I_cUttAA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4hnlU2WqACCDziX6wZPgw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A4UaBipuQXwmcgmAimTbA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Mev.Q5RhZoDU4noFF10KA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Nlfx.LtCFjy1VfFsLP7V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Yz9VwRiIOxPcdVBvuqMKQ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J8BuQul4NzJieB322lbF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AInoqpL.b7cua70XkHsCw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cNVTC9wQS0Vjf8ktjp9g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wOokLDXnbLvrEX1RjnOEw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gNnjoCWLtbk1am.pG2yVQ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hs7.pCTiUuIHf4mOxU.ug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Lp.EMD080WUhcRG4rbbzA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ADTQFAQohDOpro_aezXZQ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AGfnGiHz_F.x4qmEgRAMw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YQwOacjLJ.IxlId7j7bOg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ouXHBN8gmoS46CNsByMYw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tG9RbCuMwZwctYvbIxqZA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YpiSGoOv3kQKwKTtZPvw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O8hF8lBsDVvBGUlNKZ7Iw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696MndM_tWH8ez2sgeNF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Zi1tIexTG8ZaAge5YbjZA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LEal5idmohS2XI0jpfeRg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PdgcY9AOhe6kGrjLpv6bQ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BUDFo9EMM2zPvIYYgWmDQ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ZYqwTttivd_Uz3nlQoGw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zVm9SYKLK9Ac_10_iQRgw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m8Al4LZbGNBiBjKLgIIaQ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pU86nOaEiFQmtqOPnZnTA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VNv5zNa7c4qCKksPPr_ew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IeDmOZC4JAFy90blW4s5A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_gP.9fDsK.atRAUl22pD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TnwTDG9TX1NXiQ_Lss_bw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SO_SyZjp8xUxWjpUM_63A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R0GTjma2bz7eczGpL1INg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0QxMsNDagSfTAYVxB3Kew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hs7.pCTiUuIHf4mOxU.ug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Lp.EMD080WUhcRG4rbbzA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zHT38hGfqNMRXZnn6h.7A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.sUfHlPxczROrxpQrjLUA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.xwC3pT.kCQPOUwJ8fxlg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oCNC.SDYKq59ZHIR6UyA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0T4StwHxpDr6tezlDfnxQ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wedcHhORLmgTEsMsmrrwQ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wYXhcGleiwcQSaRLImMQ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SwNFQirvJG3hbHQFBZbQ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yUFmesPxTJSePz5BUMO5Q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uIBmZySBIumhuwdG2QPKQ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RHlrWF.l8F6iOO63jHqYA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Gzn0C2OByBlsk7jxtzoQ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R8PQoQ.T_IOFqNPVp6EA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pclSKvp9yrKMCAD0L0BxA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1CYCY5V6Mv3DK9mya6Ug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4dVgCCjF6J9BJ3OEbmsag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DBIsWBK6mpnnjB0cmBykw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F4BPS17urPsqudkIuRxnw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cSc7hlurD6WGlpxUg_wog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N6nrcdlBOrEuvfju7LjN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.A5_BTeJpKSYMgiJyck6g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5wTrq4VHl1JEUu3YY6Z2A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PIfyS67hhlSwS74ecZLEg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7t4XkakTV7KVl0pvx7mhQ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eoUNmxCadiMMv6ZDlLjww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KdRCYh6yUxrir3YmO4W1w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dtbYj2Eu.Md4Ab8KNV7XQ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fEYxnQUYwgtaaqv_KPX5w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xAMYOZ3XrKn4tsv1PAigQ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wrv.XSHbW4c8hjBa8Bmhg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hc4wk23iNC8SNw7xpwI4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OGJviha1.sRCjUxfFf_eA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jqE.LlHnEM948xGNgeJ0w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oIP_AaOz_zmXke0WLL07g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lrL8jiODQLfwcxL6oXkQ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wMG_.CyEhSZ.3Uz5Hu6tA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6axqkERXyQf39a.oPLSUg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59CJdc4zaHNPp7q6rLBxw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White">
  <a:themeElements>
    <a:clrScheme name="Scheme White">
      <a:dk1>
        <a:srgbClr val="000000"/>
      </a:dk1>
      <a:lt1>
        <a:srgbClr val="FFFFFF"/>
      </a:lt1>
      <a:dk2>
        <a:srgbClr val="FFFFFF"/>
      </a:dk2>
      <a:lt2>
        <a:srgbClr val="FFFFFF"/>
      </a:lt2>
      <a:accent1>
        <a:srgbClr val="051C2C"/>
      </a:accent1>
      <a:accent2>
        <a:srgbClr val="00A9F4"/>
      </a:accent2>
      <a:accent3>
        <a:srgbClr val="1F40E6"/>
      </a:accent3>
      <a:accent4>
        <a:srgbClr val="AAE6F0"/>
      </a:accent4>
      <a:accent5>
        <a:srgbClr val="3C96B4"/>
      </a:accent5>
      <a:accent6>
        <a:srgbClr val="AFC3FF"/>
      </a:accent6>
      <a:hlink>
        <a:srgbClr val="1F40E6"/>
      </a:hlink>
      <a:folHlink>
        <a:srgbClr val="8C5AC8"/>
      </a:folHlink>
    </a:clrScheme>
    <a:fontScheme name="Scheme White Fonts">
      <a:majorFont>
        <a:latin typeface="Georgia"/>
        <a:ea typeface=""/>
        <a:cs typeface=""/>
      </a:majorFont>
      <a:minorFont>
        <a:latin typeface="Arial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6350" cap="sq">
          <a:noFill/>
          <a:miter lim="800000"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spcBef>
            <a:spcPts val="300"/>
          </a:spcBef>
          <a:spcAft>
            <a:spcPts val="300"/>
          </a:spcAft>
          <a:defRPr sz="1600" dirty="0" err="1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6350" cap="sq">
          <a:solidFill>
            <a:srgbClr val="000000"/>
          </a:solidFill>
          <a:miter lim="800000"/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ln w="6350">
          <a:noFill/>
          <a:miter lim="800000"/>
        </a:ln>
      </a:spPr>
      <a:bodyPr vert="horz" wrap="square" lIns="0" tIns="0" rIns="0" bIns="0" rtlCol="0">
        <a:noAutofit/>
      </a:bodyPr>
      <a:lstStyle>
        <a:defPPr algn="l">
          <a:spcBef>
            <a:spcPts val="300"/>
          </a:spcBef>
          <a:spcAft>
            <a:spcPts val="300"/>
          </a:spcAft>
          <a:buNone/>
          <a:defRPr sz="1600" dirty="0" smtClean="0"/>
        </a:defPPr>
      </a:lstStyle>
    </a:txDef>
  </a:objectDefaults>
  <a:extraClrSchemeLst>
    <a:extraClrScheme>
      <a:clrScheme name="Scheme White">
        <a:dk1>
          <a:srgbClr val="000000"/>
        </a:dk1>
        <a:lt1>
          <a:srgbClr val="FFFFFF"/>
        </a:lt1>
        <a:dk2>
          <a:srgbClr val="FFFFFF"/>
        </a:dk2>
        <a:lt2>
          <a:srgbClr val="FFFFFF"/>
        </a:lt2>
        <a:accent1>
          <a:srgbClr val="051C2C"/>
        </a:accent1>
        <a:accent2>
          <a:srgbClr val="00A9F4"/>
        </a:accent2>
        <a:accent3>
          <a:srgbClr val="1F40E6"/>
        </a:accent3>
        <a:accent4>
          <a:srgbClr val="AAE6F0"/>
        </a:accent4>
        <a:accent5>
          <a:srgbClr val="3C96B4"/>
        </a:accent5>
        <a:accent6>
          <a:srgbClr val="AFC3FF"/>
        </a:accent6>
        <a:hlink>
          <a:srgbClr val="1F40E6"/>
        </a:hlink>
        <a:folHlink>
          <a:srgbClr val="8C5AC8"/>
        </a:folHlink>
      </a:clrScheme>
    </a:extraClrScheme>
  </a:extraClrSchemeLst>
  <a:custClrLst>
    <a:custClr name="Deep Blue">
      <a:srgbClr val="051C2C"/>
    </a:custClr>
    <a:custClr name="Cyan">
      <a:srgbClr val="00A9F4"/>
    </a:custClr>
    <a:custClr name="Electric Blue">
      <a:srgbClr val="1F40E6"/>
    </a:custClr>
    <a:custClr name="Pale Blue">
      <a:srgbClr val="AAE6F0"/>
    </a:custClr>
    <a:custClr name="Turquoise">
      <a:srgbClr val="3C96B4"/>
    </a:custClr>
    <a:custClr name="Pale Electric Blue">
      <a:srgbClr val="AFC3FF"/>
    </a:custClr>
    <a:custClr name="Purple">
      <a:srgbClr val="8C5AC8"/>
    </a:custClr>
    <a:custClr name="Pink">
      <a:srgbClr val="E6A0C8"/>
    </a:custClr>
    <a:custClr name="Red">
      <a:srgbClr val="E5546C"/>
    </a:custClr>
    <a:custClr name="Orange">
      <a:srgbClr val="FAA082"/>
    </a:custClr>
    <a:custClr name="Dark Gray">
      <a:srgbClr val="4D4D4D"/>
    </a:custClr>
    <a:custClr name="Mid Gray">
      <a:srgbClr val="7F7F7F"/>
    </a:custClr>
    <a:custClr name="Light Gray">
      <a:srgbClr val="B3B3B3"/>
    </a:custClr>
    <a:custClr name="Super Light Gray">
      <a:srgbClr val="D0D0D0"/>
    </a:custClr>
    <a:custClr name="Pale Gray">
      <a:srgbClr val="E6E6E6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Null">
      <a:srgbClr val="FFFFFF"/>
    </a:custClr>
    <a:custClr name="Linear 1 (Deep Blue)">
      <a:srgbClr val="051C2C"/>
    </a:custClr>
    <a:custClr name="Linear 2">
      <a:srgbClr val="034B6F"/>
    </a:custClr>
    <a:custClr name="Linear 3">
      <a:srgbClr val="027AB1"/>
    </a:custClr>
    <a:custClr name="Linear 4 (Cyan)">
      <a:srgbClr val="00A9F4"/>
    </a:custClr>
    <a:custClr name="Linear 5">
      <a:srgbClr val="39BDF3"/>
    </a:custClr>
    <a:custClr name="Linear 6">
      <a:srgbClr val="71D2F1"/>
    </a:custClr>
    <a:custClr name="Linear 7 (Pale Blue)">
      <a:srgbClr val="AAE6F0"/>
    </a:custClr>
    <a:custClr name="Null">
      <a:srgbClr val="FFFFFF"/>
    </a:custClr>
    <a:custClr name="Null">
      <a:srgbClr val="FFFFFF"/>
    </a:custClr>
    <a:custClr name="Null">
      <a:srgbClr val="FFFFFF"/>
    </a:custClr>
  </a:custClrLst>
  <a:extLst>
    <a:ext uri="{05A4C25C-085E-4340-85A3-A5531E510DB2}">
      <thm15:themeFamily xmlns:thm15="http://schemas.microsoft.com/office/thememl/2012/main" name="OneFirm-English (United States)-Wide.potx" id="{50FC1F8C-36A8-43E0-A709-09110D5475E7}" vid="{B89EF835-3564-4FB3-A7E4-97DE50749BA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2263</TotalTime>
  <Words>1557</Words>
  <Application>Microsoft Macintosh PowerPoint</Application>
  <PresentationFormat>全屏显示(4:3)</PresentationFormat>
  <Paragraphs>269</Paragraphs>
  <Slides>21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Source Han Serif CN</vt:lpstr>
      <vt:lpstr>Source Han Serif CN Heavy</vt:lpstr>
      <vt:lpstr>Source Han Serif CN Medium</vt:lpstr>
      <vt:lpstr>Arial</vt:lpstr>
      <vt:lpstr>Georgia</vt:lpstr>
      <vt:lpstr>Segoe UI</vt:lpstr>
      <vt:lpstr>Wingdings</vt:lpstr>
      <vt:lpstr>White</vt:lpstr>
      <vt:lpstr>think-cell 幻灯片</vt:lpstr>
      <vt:lpstr>McKinsey Style Page Collection</vt:lpstr>
      <vt:lpstr>布局要求示例</vt:lpstr>
      <vt:lpstr>布局要求示例</vt:lpstr>
      <vt:lpstr>布局要点</vt:lpstr>
      <vt:lpstr>示例</vt:lpstr>
      <vt:lpstr>示例</vt:lpstr>
      <vt:lpstr>示例</vt:lpstr>
      <vt:lpstr>示例</vt:lpstr>
      <vt:lpstr>定量图表</vt:lpstr>
      <vt:lpstr>定量图表</vt:lpstr>
      <vt:lpstr>示例</vt:lpstr>
      <vt:lpstr>定量图表</vt:lpstr>
      <vt:lpstr>定量图表</vt:lpstr>
      <vt:lpstr>示例</vt:lpstr>
      <vt:lpstr>示例</vt:lpstr>
      <vt:lpstr>定量图表</vt:lpstr>
      <vt:lpstr>示例</vt:lpstr>
      <vt:lpstr>定量图表</vt:lpstr>
      <vt:lpstr>定量图表</vt:lpstr>
      <vt:lpstr>示例</vt:lpstr>
      <vt:lpstr>示例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McKinsey Style Page Collection</dc:title>
  <dc:creator>baoxu zhang</dc:creator>
  <cp:lastModifiedBy>zhangbaoxu</cp:lastModifiedBy>
  <cp:revision>5</cp:revision>
  <dcterms:created xsi:type="dcterms:W3CDTF">2023-12-28T07:04:01Z</dcterms:created>
  <dcterms:modified xsi:type="dcterms:W3CDTF">2023-12-30T07:02:22Z</dcterms:modified>
</cp:coreProperties>
</file>